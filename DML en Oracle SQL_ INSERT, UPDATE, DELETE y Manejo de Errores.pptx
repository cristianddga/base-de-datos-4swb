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6256000" cy="9144000"/>
  <p:notesSz cx="9144000" cy="16256000"/>
  <p:embeddedFontLst>
    <p:embeddedFont>
      <p:font typeface="Quattrocento Sans" charset="-122" pitchFamily="34"/>
      <p:regular r:id="rId23"/>
    </p:embeddedFont>
    <p:embeddedFont>
      <p:font typeface="Liter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2mx23y2py5wyy/mnt/agents/output/dml_oracle_sql/images/5_Cinematic_Wide_Shot_of_a_Futuristic.png">    </p:cNvPr>
          <p:cNvPicPr>
            <a:picLocks noChangeAspect="1"/>
          </p:cNvPicPr>
          <p:nvPr/>
        </p:nvPicPr>
        <p:blipFill>
          <a:blip r:embed="rId1"/>
          <a:srcRect l="195" r="195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F172A">
                  <a:alpha val="80000"/>
                </a:srgbClr>
              </a:gs>
              <a:gs pos="60000">
                <a:srgbClr val="1E293B">
                  <a:alpha val="67000"/>
                </a:srgbClr>
              </a:gs>
              <a:gs pos="100000">
                <a:srgbClr val="0F172A">
                  <a:alpha val="8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794000"/>
            <a:ext cx="1270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44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DML en Oracle SQL</a:t>
            </a:r>
            <a:endParaRPr lang="en-US" sz="4400" dirty="0"/>
          </a:p>
          <a:p>
            <a:pPr algn="ctr">
              <a:lnSpc>
                <a:spcPct val="130000"/>
              </a:lnSpc>
            </a:pPr>
            <a:r>
              <a:rPr lang="en-US" sz="3600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INSERT, UPDATE, DELETE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3048000" y="4826000"/>
            <a:ext cx="1016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Manejo de errores de integridad y carga inicial de datos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23000" y="4572000"/>
            <a:ext cx="3810000" cy="0"/>
          </a:xfrm>
          <a:prstGeom prst="straightConnector1">
            <a:avLst/>
          </a:prstGeom>
          <a:noFill/>
          <a:ln w="254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5588000" y="5842000"/>
            <a:ext cx="5080000" cy="558800"/>
          </a:xfrm>
          <a:prstGeom prst="roundRect">
            <a:avLst>
              <a:gd name="adj" fmla="val 50000"/>
            </a:avLst>
          </a:prstGeom>
          <a:solidFill>
            <a:srgbClr val="EA580C">
              <a:alpha val="20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88000" y="5842000"/>
            <a:ext cx="5080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CLASE PRACTICA - BASES DE DATOS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318000" y="787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Docente: Bases de Datos | Oracle SQL |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Objetivo de la clase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397000"/>
            <a:ext cx="889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 finalizar esta sesion, el estudiante sera capaz de: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1400" y="2159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21082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Comprender los comandos DML en Oracle SQL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16000" y="2921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74333" y="17224"/>
                </a:moveTo>
                <a:cubicBezTo>
                  <a:pt x="356949" y="-159"/>
                  <a:pt x="328851" y="-159"/>
                  <a:pt x="311468" y="17224"/>
                </a:cubicBezTo>
                <a:lnTo>
                  <a:pt x="292100" y="36592"/>
                </a:lnTo>
                <a:lnTo>
                  <a:pt x="369808" y="114300"/>
                </a:lnTo>
                <a:lnTo>
                  <a:pt x="389176" y="94932"/>
                </a:lnTo>
                <a:cubicBezTo>
                  <a:pt x="406559" y="77549"/>
                  <a:pt x="406559" y="49451"/>
                  <a:pt x="389176" y="32067"/>
                </a:cubicBezTo>
                <a:lnTo>
                  <a:pt x="374333" y="17224"/>
                </a:lnTo>
                <a:close/>
                <a:moveTo>
                  <a:pt x="136843" y="191849"/>
                </a:moveTo>
                <a:cubicBezTo>
                  <a:pt x="132001" y="196691"/>
                  <a:pt x="128270" y="202644"/>
                  <a:pt x="126127" y="209232"/>
                </a:cubicBezTo>
                <a:lnTo>
                  <a:pt x="102632" y="279717"/>
                </a:lnTo>
                <a:cubicBezTo>
                  <a:pt x="100330" y="286544"/>
                  <a:pt x="102156" y="294084"/>
                  <a:pt x="107236" y="299244"/>
                </a:cubicBezTo>
                <a:cubicBezTo>
                  <a:pt x="112316" y="304403"/>
                  <a:pt x="119856" y="306149"/>
                  <a:pt x="126762" y="303848"/>
                </a:cubicBezTo>
                <a:lnTo>
                  <a:pt x="197247" y="280352"/>
                </a:lnTo>
                <a:cubicBezTo>
                  <a:pt x="203756" y="278209"/>
                  <a:pt x="209709" y="274479"/>
                  <a:pt x="214630" y="269637"/>
                </a:cubicBezTo>
                <a:lnTo>
                  <a:pt x="342900" y="141208"/>
                </a:lnTo>
                <a:lnTo>
                  <a:pt x="265192" y="63500"/>
                </a:lnTo>
                <a:lnTo>
                  <a:pt x="136843" y="191849"/>
                </a:lnTo>
                <a:close/>
                <a:moveTo>
                  <a:pt x="76200" y="50800"/>
                </a:moveTo>
                <a:cubicBezTo>
                  <a:pt x="34131" y="50800"/>
                  <a:pt x="0" y="84931"/>
                  <a:pt x="0" y="127000"/>
                </a:cubicBezTo>
                <a:lnTo>
                  <a:pt x="0" y="330200"/>
                </a:lnTo>
                <a:cubicBezTo>
                  <a:pt x="0" y="372269"/>
                  <a:pt x="34131" y="406400"/>
                  <a:pt x="76200" y="406400"/>
                </a:cubicBezTo>
                <a:lnTo>
                  <a:pt x="279400" y="406400"/>
                </a:lnTo>
                <a:cubicBezTo>
                  <a:pt x="321469" y="406400"/>
                  <a:pt x="355600" y="372269"/>
                  <a:pt x="355600" y="330200"/>
                </a:cubicBezTo>
                <a:lnTo>
                  <a:pt x="355600" y="254000"/>
                </a:lnTo>
                <a:cubicBezTo>
                  <a:pt x="355600" y="239951"/>
                  <a:pt x="344249" y="228600"/>
                  <a:pt x="330200" y="228600"/>
                </a:cubicBezTo>
                <a:cubicBezTo>
                  <a:pt x="316151" y="228600"/>
                  <a:pt x="304800" y="239951"/>
                  <a:pt x="304800" y="254000"/>
                </a:cubicBezTo>
                <a:lnTo>
                  <a:pt x="304800" y="330200"/>
                </a:lnTo>
                <a:cubicBezTo>
                  <a:pt x="304800" y="344249"/>
                  <a:pt x="293449" y="355600"/>
                  <a:pt x="279400" y="355600"/>
                </a:cubicBezTo>
                <a:lnTo>
                  <a:pt x="76200" y="355600"/>
                </a:lnTo>
                <a:cubicBezTo>
                  <a:pt x="62151" y="355600"/>
                  <a:pt x="50800" y="344249"/>
                  <a:pt x="50800" y="330200"/>
                </a:cubicBezTo>
                <a:lnTo>
                  <a:pt x="50800" y="127000"/>
                </a:lnTo>
                <a:cubicBezTo>
                  <a:pt x="50800" y="112951"/>
                  <a:pt x="62151" y="101600"/>
                  <a:pt x="76200" y="101600"/>
                </a:cubicBezTo>
                <a:lnTo>
                  <a:pt x="152400" y="101600"/>
                </a:lnTo>
                <a:cubicBezTo>
                  <a:pt x="166449" y="101600"/>
                  <a:pt x="177800" y="90249"/>
                  <a:pt x="177800" y="76200"/>
                </a:cubicBezTo>
                <a:cubicBezTo>
                  <a:pt x="177800" y="62151"/>
                  <a:pt x="166449" y="50800"/>
                  <a:pt x="152400" y="50800"/>
                </a:cubicBezTo>
                <a:lnTo>
                  <a:pt x="76200" y="50800"/>
                </a:ln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28702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Ejecutar INSERT, UPDATE y DELETE con sintaxis correcta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16000" y="368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36322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Identificar y corregir errores de integridad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16000" y="444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200" y="25400"/>
                </a:moveTo>
                <a:cubicBezTo>
                  <a:pt x="62151" y="25400"/>
                  <a:pt x="50800" y="36751"/>
                  <a:pt x="50800" y="50800"/>
                </a:cubicBezTo>
                <a:cubicBezTo>
                  <a:pt x="50800" y="64849"/>
                  <a:pt x="62151" y="76200"/>
                  <a:pt x="76200" y="76200"/>
                </a:cubicBezTo>
                <a:lnTo>
                  <a:pt x="91043" y="76200"/>
                </a:lnTo>
                <a:lnTo>
                  <a:pt x="7461" y="159861"/>
                </a:lnTo>
                <a:cubicBezTo>
                  <a:pt x="-2461" y="169783"/>
                  <a:pt x="-2461" y="185896"/>
                  <a:pt x="7461" y="195818"/>
                </a:cubicBezTo>
                <a:cubicBezTo>
                  <a:pt x="17383" y="205740"/>
                  <a:pt x="33496" y="205740"/>
                  <a:pt x="43418" y="195818"/>
                </a:cubicBezTo>
                <a:lnTo>
                  <a:pt x="127000" y="112157"/>
                </a:lnTo>
                <a:lnTo>
                  <a:pt x="127000" y="127000"/>
                </a:lnTo>
                <a:cubicBezTo>
                  <a:pt x="127000" y="141049"/>
                  <a:pt x="138351" y="152400"/>
                  <a:pt x="152400" y="152400"/>
                </a:cubicBezTo>
                <a:cubicBezTo>
                  <a:pt x="166449" y="152400"/>
                  <a:pt x="177800" y="141049"/>
                  <a:pt x="177800" y="127000"/>
                </a:cubicBezTo>
                <a:lnTo>
                  <a:pt x="177800" y="50800"/>
                </a:lnTo>
                <a:cubicBezTo>
                  <a:pt x="177800" y="36751"/>
                  <a:pt x="166449" y="25400"/>
                  <a:pt x="152400" y="25400"/>
                </a:cubicBezTo>
                <a:lnTo>
                  <a:pt x="76200" y="25400"/>
                </a:lnTo>
                <a:close/>
                <a:moveTo>
                  <a:pt x="320516" y="55642"/>
                </a:moveTo>
                <a:cubicBezTo>
                  <a:pt x="320516" y="66446"/>
                  <a:pt x="326280" y="76430"/>
                  <a:pt x="335637" y="81832"/>
                </a:cubicBezTo>
                <a:cubicBezTo>
                  <a:pt x="344994" y="87234"/>
                  <a:pt x="356522" y="87234"/>
                  <a:pt x="365879" y="81832"/>
                </a:cubicBezTo>
                <a:cubicBezTo>
                  <a:pt x="375236" y="76430"/>
                  <a:pt x="381000" y="66446"/>
                  <a:pt x="381000" y="55642"/>
                </a:cubicBezTo>
                <a:cubicBezTo>
                  <a:pt x="381000" y="44837"/>
                  <a:pt x="375236" y="34854"/>
                  <a:pt x="365879" y="29452"/>
                </a:cubicBezTo>
                <a:cubicBezTo>
                  <a:pt x="356522" y="24049"/>
                  <a:pt x="344994" y="24049"/>
                  <a:pt x="335637" y="29452"/>
                </a:cubicBezTo>
                <a:cubicBezTo>
                  <a:pt x="326280" y="34854"/>
                  <a:pt x="320516" y="44837"/>
                  <a:pt x="320516" y="55642"/>
                </a:cubicBezTo>
                <a:close/>
                <a:moveTo>
                  <a:pt x="222012" y="154146"/>
                </a:moveTo>
                <a:cubicBezTo>
                  <a:pt x="222012" y="164951"/>
                  <a:pt x="227776" y="174934"/>
                  <a:pt x="237133" y="180336"/>
                </a:cubicBezTo>
                <a:cubicBezTo>
                  <a:pt x="246490" y="185739"/>
                  <a:pt x="258018" y="185739"/>
                  <a:pt x="267375" y="180336"/>
                </a:cubicBezTo>
                <a:cubicBezTo>
                  <a:pt x="276732" y="174934"/>
                  <a:pt x="282496" y="164951"/>
                  <a:pt x="282496" y="154146"/>
                </a:cubicBezTo>
                <a:cubicBezTo>
                  <a:pt x="282496" y="143342"/>
                  <a:pt x="276732" y="133358"/>
                  <a:pt x="267375" y="127956"/>
                </a:cubicBezTo>
                <a:cubicBezTo>
                  <a:pt x="258018" y="122554"/>
                  <a:pt x="246490" y="122554"/>
                  <a:pt x="237133" y="127956"/>
                </a:cubicBezTo>
                <a:cubicBezTo>
                  <a:pt x="227776" y="133358"/>
                  <a:pt x="222012" y="143342"/>
                  <a:pt x="222012" y="154146"/>
                </a:cubicBezTo>
                <a:close/>
                <a:moveTo>
                  <a:pt x="350758" y="123904"/>
                </a:moveTo>
                <a:cubicBezTo>
                  <a:pt x="334067" y="123904"/>
                  <a:pt x="320516" y="137455"/>
                  <a:pt x="320516" y="154146"/>
                </a:cubicBezTo>
                <a:cubicBezTo>
                  <a:pt x="320516" y="170837"/>
                  <a:pt x="334067" y="184388"/>
                  <a:pt x="350758" y="184388"/>
                </a:cubicBezTo>
                <a:cubicBezTo>
                  <a:pt x="361563" y="184388"/>
                  <a:pt x="371546" y="178624"/>
                  <a:pt x="376948" y="169267"/>
                </a:cubicBezTo>
                <a:cubicBezTo>
                  <a:pt x="382351" y="159910"/>
                  <a:pt x="382351" y="148382"/>
                  <a:pt x="376948" y="139025"/>
                </a:cubicBezTo>
                <a:cubicBezTo>
                  <a:pt x="371546" y="129668"/>
                  <a:pt x="361563" y="123904"/>
                  <a:pt x="350758" y="123904"/>
                </a:cubicBezTo>
                <a:close/>
                <a:moveTo>
                  <a:pt x="123984" y="252254"/>
                </a:moveTo>
                <a:cubicBezTo>
                  <a:pt x="123984" y="263058"/>
                  <a:pt x="129748" y="273042"/>
                  <a:pt x="139105" y="278444"/>
                </a:cubicBezTo>
                <a:cubicBezTo>
                  <a:pt x="148462" y="283846"/>
                  <a:pt x="159990" y="283846"/>
                  <a:pt x="169347" y="278444"/>
                </a:cubicBezTo>
                <a:cubicBezTo>
                  <a:pt x="178703" y="273042"/>
                  <a:pt x="184468" y="263058"/>
                  <a:pt x="184467" y="252254"/>
                </a:cubicBezTo>
                <a:cubicBezTo>
                  <a:pt x="184468" y="241449"/>
                  <a:pt x="178703" y="231466"/>
                  <a:pt x="169347" y="226064"/>
                </a:cubicBezTo>
                <a:cubicBezTo>
                  <a:pt x="159990" y="220661"/>
                  <a:pt x="148462" y="220661"/>
                  <a:pt x="139105" y="226064"/>
                </a:cubicBezTo>
                <a:cubicBezTo>
                  <a:pt x="129748" y="231466"/>
                  <a:pt x="123984" y="241449"/>
                  <a:pt x="123984" y="252254"/>
                </a:cubicBezTo>
                <a:close/>
                <a:moveTo>
                  <a:pt x="252254" y="222012"/>
                </a:moveTo>
                <a:cubicBezTo>
                  <a:pt x="241449" y="222012"/>
                  <a:pt x="231466" y="227776"/>
                  <a:pt x="226064" y="237133"/>
                </a:cubicBezTo>
                <a:cubicBezTo>
                  <a:pt x="220661" y="246490"/>
                  <a:pt x="220661" y="258018"/>
                  <a:pt x="226064" y="267375"/>
                </a:cubicBezTo>
                <a:cubicBezTo>
                  <a:pt x="231466" y="276732"/>
                  <a:pt x="241449" y="282496"/>
                  <a:pt x="252254" y="282496"/>
                </a:cubicBezTo>
                <a:cubicBezTo>
                  <a:pt x="263058" y="282496"/>
                  <a:pt x="273042" y="276732"/>
                  <a:pt x="278444" y="267375"/>
                </a:cubicBezTo>
                <a:cubicBezTo>
                  <a:pt x="283846" y="258018"/>
                  <a:pt x="283846" y="246490"/>
                  <a:pt x="278444" y="237133"/>
                </a:cubicBezTo>
                <a:cubicBezTo>
                  <a:pt x="273042" y="227776"/>
                  <a:pt x="263058" y="222012"/>
                  <a:pt x="252254" y="222012"/>
                </a:cubicBezTo>
                <a:close/>
                <a:moveTo>
                  <a:pt x="320596" y="252254"/>
                </a:moveTo>
                <a:cubicBezTo>
                  <a:pt x="320596" y="263058"/>
                  <a:pt x="326360" y="273042"/>
                  <a:pt x="335717" y="278444"/>
                </a:cubicBezTo>
                <a:cubicBezTo>
                  <a:pt x="345073" y="283846"/>
                  <a:pt x="356602" y="283846"/>
                  <a:pt x="365958" y="278444"/>
                </a:cubicBezTo>
                <a:cubicBezTo>
                  <a:pt x="375315" y="273042"/>
                  <a:pt x="381079" y="263058"/>
                  <a:pt x="381079" y="252254"/>
                </a:cubicBezTo>
                <a:cubicBezTo>
                  <a:pt x="381079" y="235563"/>
                  <a:pt x="367528" y="222012"/>
                  <a:pt x="350838" y="222012"/>
                </a:cubicBezTo>
                <a:cubicBezTo>
                  <a:pt x="334147" y="222012"/>
                  <a:pt x="320596" y="235563"/>
                  <a:pt x="320596" y="252254"/>
                </a:cubicBezTo>
                <a:close/>
                <a:moveTo>
                  <a:pt x="55642" y="320516"/>
                </a:moveTo>
                <a:cubicBezTo>
                  <a:pt x="44837" y="320516"/>
                  <a:pt x="34854" y="326280"/>
                  <a:pt x="29452" y="335637"/>
                </a:cubicBezTo>
                <a:cubicBezTo>
                  <a:pt x="24049" y="344994"/>
                  <a:pt x="24049" y="356522"/>
                  <a:pt x="29452" y="365879"/>
                </a:cubicBezTo>
                <a:cubicBezTo>
                  <a:pt x="34854" y="375236"/>
                  <a:pt x="44837" y="381000"/>
                  <a:pt x="55642" y="381000"/>
                </a:cubicBezTo>
                <a:cubicBezTo>
                  <a:pt x="66446" y="381000"/>
                  <a:pt x="76430" y="375236"/>
                  <a:pt x="81832" y="365879"/>
                </a:cubicBezTo>
                <a:cubicBezTo>
                  <a:pt x="87234" y="356522"/>
                  <a:pt x="87234" y="344994"/>
                  <a:pt x="81832" y="335637"/>
                </a:cubicBezTo>
                <a:cubicBezTo>
                  <a:pt x="76430" y="326280"/>
                  <a:pt x="66446" y="320516"/>
                  <a:pt x="55642" y="320516"/>
                </a:cubicBezTo>
                <a:close/>
                <a:moveTo>
                  <a:pt x="123984" y="350758"/>
                </a:moveTo>
                <a:cubicBezTo>
                  <a:pt x="123984" y="361563"/>
                  <a:pt x="129748" y="371546"/>
                  <a:pt x="139105" y="376948"/>
                </a:cubicBezTo>
                <a:cubicBezTo>
                  <a:pt x="148462" y="382351"/>
                  <a:pt x="159990" y="382351"/>
                  <a:pt x="169347" y="376948"/>
                </a:cubicBezTo>
                <a:cubicBezTo>
                  <a:pt x="178703" y="371546"/>
                  <a:pt x="184468" y="361563"/>
                  <a:pt x="184467" y="350758"/>
                </a:cubicBezTo>
                <a:cubicBezTo>
                  <a:pt x="184468" y="339954"/>
                  <a:pt x="178703" y="329970"/>
                  <a:pt x="169347" y="324568"/>
                </a:cubicBezTo>
                <a:cubicBezTo>
                  <a:pt x="159990" y="319166"/>
                  <a:pt x="148462" y="319166"/>
                  <a:pt x="139105" y="324568"/>
                </a:cubicBezTo>
                <a:cubicBezTo>
                  <a:pt x="129748" y="329970"/>
                  <a:pt x="123984" y="339954"/>
                  <a:pt x="123984" y="350758"/>
                </a:cubicBezTo>
                <a:close/>
                <a:moveTo>
                  <a:pt x="252254" y="320516"/>
                </a:moveTo>
                <a:cubicBezTo>
                  <a:pt x="241449" y="320516"/>
                  <a:pt x="231466" y="326280"/>
                  <a:pt x="226064" y="335637"/>
                </a:cubicBezTo>
                <a:cubicBezTo>
                  <a:pt x="220661" y="344994"/>
                  <a:pt x="220661" y="356522"/>
                  <a:pt x="226064" y="365879"/>
                </a:cubicBezTo>
                <a:cubicBezTo>
                  <a:pt x="231466" y="375236"/>
                  <a:pt x="241449" y="381000"/>
                  <a:pt x="252254" y="381000"/>
                </a:cubicBezTo>
                <a:cubicBezTo>
                  <a:pt x="263058" y="381000"/>
                  <a:pt x="273042" y="375236"/>
                  <a:pt x="278444" y="365879"/>
                </a:cubicBezTo>
                <a:cubicBezTo>
                  <a:pt x="283846" y="356522"/>
                  <a:pt x="283846" y="344994"/>
                  <a:pt x="278444" y="335637"/>
                </a:cubicBezTo>
                <a:cubicBezTo>
                  <a:pt x="273042" y="326280"/>
                  <a:pt x="263058" y="320516"/>
                  <a:pt x="252254" y="320516"/>
                </a:cubicBezTo>
                <a:close/>
                <a:moveTo>
                  <a:pt x="320596" y="350758"/>
                </a:moveTo>
                <a:cubicBezTo>
                  <a:pt x="320596" y="361563"/>
                  <a:pt x="326360" y="371546"/>
                  <a:pt x="335717" y="376948"/>
                </a:cubicBezTo>
                <a:cubicBezTo>
                  <a:pt x="345073" y="382351"/>
                  <a:pt x="356602" y="382351"/>
                  <a:pt x="365958" y="376948"/>
                </a:cubicBezTo>
                <a:cubicBezTo>
                  <a:pt x="375315" y="371546"/>
                  <a:pt x="381079" y="361563"/>
                  <a:pt x="381079" y="350758"/>
                </a:cubicBezTo>
                <a:cubicBezTo>
                  <a:pt x="381079" y="334067"/>
                  <a:pt x="367528" y="320516"/>
                  <a:pt x="350838" y="320516"/>
                </a:cubicBezTo>
                <a:cubicBezTo>
                  <a:pt x="334147" y="320516"/>
                  <a:pt x="320596" y="334067"/>
                  <a:pt x="320596" y="350758"/>
                </a:cubicBez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1651000" y="43942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Aplicar el orden correcto en la carga inicial de datos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90600" y="5207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52400" y="76200"/>
                </a:moveTo>
                <a:cubicBezTo>
                  <a:pt x="152400" y="34131"/>
                  <a:pt x="186531" y="0"/>
                  <a:pt x="228600" y="0"/>
                </a:cubicBezTo>
                <a:cubicBezTo>
                  <a:pt x="270669" y="0"/>
                  <a:pt x="304800" y="34131"/>
                  <a:pt x="304800" y="76200"/>
                </a:cubicBezTo>
                <a:lnTo>
                  <a:pt x="304800" y="79058"/>
                </a:lnTo>
                <a:cubicBezTo>
                  <a:pt x="304800" y="91519"/>
                  <a:pt x="294719" y="101600"/>
                  <a:pt x="282258" y="101600"/>
                </a:cubicBezTo>
                <a:lnTo>
                  <a:pt x="175022" y="101600"/>
                </a:lnTo>
                <a:cubicBezTo>
                  <a:pt x="162560" y="101600"/>
                  <a:pt x="152479" y="91519"/>
                  <a:pt x="152479" y="79058"/>
                </a:cubicBezTo>
                <a:lnTo>
                  <a:pt x="152479" y="76200"/>
                </a:lnTo>
                <a:close/>
                <a:moveTo>
                  <a:pt x="426720" y="86360"/>
                </a:moveTo>
                <a:cubicBezTo>
                  <a:pt x="435134" y="97552"/>
                  <a:pt x="432832" y="113506"/>
                  <a:pt x="421640" y="121920"/>
                </a:cubicBezTo>
                <a:lnTo>
                  <a:pt x="344011" y="180102"/>
                </a:lnTo>
                <a:cubicBezTo>
                  <a:pt x="348218" y="187166"/>
                  <a:pt x="351393" y="194945"/>
                  <a:pt x="353378" y="203200"/>
                </a:cubicBezTo>
                <a:lnTo>
                  <a:pt x="431800" y="203200"/>
                </a:lnTo>
                <a:cubicBezTo>
                  <a:pt x="445849" y="203200"/>
                  <a:pt x="457200" y="214551"/>
                  <a:pt x="457200" y="228600"/>
                </a:cubicBezTo>
                <a:cubicBezTo>
                  <a:pt x="457200" y="242649"/>
                  <a:pt x="445849" y="254000"/>
                  <a:pt x="431800" y="254000"/>
                </a:cubicBezTo>
                <a:lnTo>
                  <a:pt x="355600" y="254000"/>
                </a:lnTo>
                <a:lnTo>
                  <a:pt x="355600" y="279400"/>
                </a:lnTo>
                <a:cubicBezTo>
                  <a:pt x="355600" y="281464"/>
                  <a:pt x="355521" y="283607"/>
                  <a:pt x="355441" y="285671"/>
                </a:cubicBezTo>
                <a:lnTo>
                  <a:pt x="421640" y="335280"/>
                </a:lnTo>
                <a:cubicBezTo>
                  <a:pt x="432832" y="343694"/>
                  <a:pt x="435134" y="359648"/>
                  <a:pt x="426720" y="370840"/>
                </a:cubicBezTo>
                <a:cubicBezTo>
                  <a:pt x="418306" y="382032"/>
                  <a:pt x="402352" y="384334"/>
                  <a:pt x="391160" y="375920"/>
                </a:cubicBezTo>
                <a:lnTo>
                  <a:pt x="341074" y="338376"/>
                </a:lnTo>
                <a:cubicBezTo>
                  <a:pt x="322659" y="373459"/>
                  <a:pt x="288290" y="398859"/>
                  <a:pt x="247650" y="404971"/>
                </a:cubicBezTo>
                <a:lnTo>
                  <a:pt x="247650" y="222250"/>
                </a:lnTo>
                <a:cubicBezTo>
                  <a:pt x="247650" y="211693"/>
                  <a:pt x="239157" y="203200"/>
                  <a:pt x="228600" y="203200"/>
                </a:cubicBezTo>
                <a:cubicBezTo>
                  <a:pt x="218043" y="203200"/>
                  <a:pt x="209550" y="211693"/>
                  <a:pt x="209550" y="222250"/>
                </a:cubicBezTo>
                <a:lnTo>
                  <a:pt x="209550" y="404971"/>
                </a:lnTo>
                <a:cubicBezTo>
                  <a:pt x="168910" y="398859"/>
                  <a:pt x="134541" y="373459"/>
                  <a:pt x="116126" y="338376"/>
                </a:cubicBezTo>
                <a:lnTo>
                  <a:pt x="66040" y="375920"/>
                </a:lnTo>
                <a:cubicBezTo>
                  <a:pt x="54848" y="384334"/>
                  <a:pt x="38894" y="382032"/>
                  <a:pt x="30480" y="370840"/>
                </a:cubicBezTo>
                <a:cubicBezTo>
                  <a:pt x="22066" y="359648"/>
                  <a:pt x="24368" y="343694"/>
                  <a:pt x="35560" y="335280"/>
                </a:cubicBezTo>
                <a:lnTo>
                  <a:pt x="101759" y="285671"/>
                </a:lnTo>
                <a:cubicBezTo>
                  <a:pt x="101679" y="283607"/>
                  <a:pt x="101600" y="281543"/>
                  <a:pt x="101600" y="279400"/>
                </a:cubicBezTo>
                <a:lnTo>
                  <a:pt x="101600" y="254000"/>
                </a:lnTo>
                <a:lnTo>
                  <a:pt x="25400" y="254000"/>
                </a:lnTo>
                <a:cubicBezTo>
                  <a:pt x="11351" y="254000"/>
                  <a:pt x="0" y="242649"/>
                  <a:pt x="0" y="228600"/>
                </a:cubicBezTo>
                <a:cubicBezTo>
                  <a:pt x="0" y="214551"/>
                  <a:pt x="11351" y="203200"/>
                  <a:pt x="25400" y="203200"/>
                </a:cubicBezTo>
                <a:lnTo>
                  <a:pt x="103823" y="203200"/>
                </a:lnTo>
                <a:cubicBezTo>
                  <a:pt x="105807" y="194945"/>
                  <a:pt x="108982" y="187166"/>
                  <a:pt x="113189" y="180102"/>
                </a:cubicBezTo>
                <a:lnTo>
                  <a:pt x="35560" y="121920"/>
                </a:lnTo>
                <a:cubicBezTo>
                  <a:pt x="24368" y="113506"/>
                  <a:pt x="22066" y="97552"/>
                  <a:pt x="30480" y="86360"/>
                </a:cubicBezTo>
                <a:cubicBezTo>
                  <a:pt x="38894" y="75168"/>
                  <a:pt x="54848" y="72866"/>
                  <a:pt x="66040" y="81280"/>
                </a:cubicBezTo>
                <a:lnTo>
                  <a:pt x="152400" y="146050"/>
                </a:lnTo>
                <a:cubicBezTo>
                  <a:pt x="162163" y="142002"/>
                  <a:pt x="172879" y="139700"/>
                  <a:pt x="184150" y="139700"/>
                </a:cubicBezTo>
                <a:lnTo>
                  <a:pt x="273050" y="139700"/>
                </a:lnTo>
                <a:cubicBezTo>
                  <a:pt x="284321" y="139700"/>
                  <a:pt x="295037" y="141923"/>
                  <a:pt x="304800" y="146050"/>
                </a:cubicBezTo>
                <a:lnTo>
                  <a:pt x="391160" y="81280"/>
                </a:lnTo>
                <a:cubicBezTo>
                  <a:pt x="402352" y="72866"/>
                  <a:pt x="418306" y="75168"/>
                  <a:pt x="426720" y="86360"/>
                </a:cubicBez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5156200"/>
            <a:ext cx="635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Diagnosticar errores comunes y aplicar buenas practicas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890000" y="2032000"/>
            <a:ext cx="6604000" cy="4064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906250" y="2413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7625" y="194270"/>
                </a:moveTo>
                <a:lnTo>
                  <a:pt x="255191" y="279698"/>
                </a:lnTo>
                <a:cubicBezTo>
                  <a:pt x="264914" y="283666"/>
                  <a:pt x="275233" y="285750"/>
                  <a:pt x="285750" y="285750"/>
                </a:cubicBezTo>
                <a:cubicBezTo>
                  <a:pt x="296267" y="285750"/>
                  <a:pt x="306586" y="283666"/>
                  <a:pt x="316309" y="279698"/>
                </a:cubicBezTo>
                <a:lnTo>
                  <a:pt x="556816" y="180677"/>
                </a:lnTo>
                <a:cubicBezTo>
                  <a:pt x="565745" y="177006"/>
                  <a:pt x="571500" y="168374"/>
                  <a:pt x="571500" y="158750"/>
                </a:cubicBezTo>
                <a:cubicBezTo>
                  <a:pt x="571500" y="149126"/>
                  <a:pt x="565745" y="140494"/>
                  <a:pt x="556816" y="136823"/>
                </a:cubicBezTo>
                <a:lnTo>
                  <a:pt x="316309" y="37802"/>
                </a:lnTo>
                <a:cubicBezTo>
                  <a:pt x="306586" y="33834"/>
                  <a:pt x="296267" y="31750"/>
                  <a:pt x="285750" y="31750"/>
                </a:cubicBezTo>
                <a:cubicBezTo>
                  <a:pt x="275233" y="31750"/>
                  <a:pt x="264914" y="33834"/>
                  <a:pt x="255191" y="37802"/>
                </a:cubicBezTo>
                <a:lnTo>
                  <a:pt x="14684" y="136823"/>
                </a:lnTo>
                <a:cubicBezTo>
                  <a:pt x="575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10616" y="476250"/>
                  <a:pt x="23812" y="476250"/>
                </a:cubicBezTo>
                <a:cubicBezTo>
                  <a:pt x="37009" y="476250"/>
                  <a:pt x="47625" y="465634"/>
                  <a:pt x="47625" y="452437"/>
                </a:cubicBezTo>
                <a:lnTo>
                  <a:pt x="47625" y="194270"/>
                </a:lnTo>
                <a:close/>
                <a:moveTo>
                  <a:pt x="95250" y="265410"/>
                </a:moveTo>
                <a:lnTo>
                  <a:pt x="95250" y="381000"/>
                </a:lnTo>
                <a:cubicBezTo>
                  <a:pt x="95250" y="433586"/>
                  <a:pt x="180578" y="476250"/>
                  <a:pt x="285750" y="476250"/>
                </a:cubicBezTo>
                <a:cubicBezTo>
                  <a:pt x="390922" y="476250"/>
                  <a:pt x="476250" y="433586"/>
                  <a:pt x="476250" y="381000"/>
                </a:cubicBezTo>
                <a:lnTo>
                  <a:pt x="476250" y="265311"/>
                </a:lnTo>
                <a:lnTo>
                  <a:pt x="334466" y="323751"/>
                </a:lnTo>
                <a:cubicBezTo>
                  <a:pt x="318988" y="330101"/>
                  <a:pt x="302518" y="333375"/>
                  <a:pt x="285750" y="333375"/>
                </a:cubicBezTo>
                <a:cubicBezTo>
                  <a:pt x="268982" y="333375"/>
                  <a:pt x="252512" y="330101"/>
                  <a:pt x="237034" y="323751"/>
                </a:cubicBezTo>
                <a:lnTo>
                  <a:pt x="95250" y="265311"/>
                </a:ln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271000" y="2921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Nivel de la sesion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71000" y="3683000"/>
            <a:ext cx="584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 guiada con ejercicios en SQL*Plus o SQL Developer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Duracion estimada: </a:t>
            </a:r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horas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1200"/>
              </a:spcBef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Requisito: conocer DDL (CREATE TABLE)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¿Que es DML?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62000" y="1524000"/>
            <a:ext cx="7112000" cy="20955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112157"/>
                </a:moveTo>
                <a:lnTo>
                  <a:pt x="203200" y="357664"/>
                </a:lnTo>
                <a:lnTo>
                  <a:pt x="203597" y="357505"/>
                </a:lnTo>
                <a:cubicBezTo>
                  <a:pt x="246936" y="339487"/>
                  <a:pt x="293449" y="330200"/>
                  <a:pt x="340360" y="330200"/>
                </a:cubicBezTo>
                <a:lnTo>
                  <a:pt x="355600" y="330200"/>
                </a:lnTo>
                <a:lnTo>
                  <a:pt x="355600" y="76200"/>
                </a:lnTo>
                <a:lnTo>
                  <a:pt x="340360" y="76200"/>
                </a:lnTo>
                <a:cubicBezTo>
                  <a:pt x="306864" y="76200"/>
                  <a:pt x="273606" y="82868"/>
                  <a:pt x="242649" y="95726"/>
                </a:cubicBezTo>
                <a:cubicBezTo>
                  <a:pt x="229314" y="101283"/>
                  <a:pt x="216138" y="106759"/>
                  <a:pt x="203200" y="112157"/>
                </a:cubicBezTo>
                <a:close/>
                <a:moveTo>
                  <a:pt x="183277" y="48816"/>
                </a:moveTo>
                <a:lnTo>
                  <a:pt x="203200" y="57150"/>
                </a:lnTo>
                <a:lnTo>
                  <a:pt x="223123" y="48816"/>
                </a:lnTo>
                <a:cubicBezTo>
                  <a:pt x="260271" y="33338"/>
                  <a:pt x="300117" y="25400"/>
                  <a:pt x="34036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342900"/>
                </a:lnTo>
                <a:cubicBezTo>
                  <a:pt x="406400" y="363934"/>
                  <a:pt x="389334" y="381000"/>
                  <a:pt x="368300" y="381000"/>
                </a:cubicBezTo>
                <a:lnTo>
                  <a:pt x="340360" y="381000"/>
                </a:lnTo>
                <a:cubicBezTo>
                  <a:pt x="300117" y="381000"/>
                  <a:pt x="260271" y="388938"/>
                  <a:pt x="223123" y="404416"/>
                </a:cubicBezTo>
                <a:lnTo>
                  <a:pt x="212963" y="408622"/>
                </a:lnTo>
                <a:cubicBezTo>
                  <a:pt x="206693" y="411242"/>
                  <a:pt x="199708" y="411242"/>
                  <a:pt x="193437" y="408622"/>
                </a:cubicBezTo>
                <a:lnTo>
                  <a:pt x="183277" y="404416"/>
                </a:lnTo>
                <a:cubicBezTo>
                  <a:pt x="146129" y="388938"/>
                  <a:pt x="106283" y="381000"/>
                  <a:pt x="66040" y="381000"/>
                </a:cubicBezTo>
                <a:lnTo>
                  <a:pt x="38100" y="381000"/>
                </a:lnTo>
                <a:cubicBezTo>
                  <a:pt x="17066" y="381000"/>
                  <a:pt x="0" y="363934"/>
                  <a:pt x="0" y="342900"/>
                </a:cubicBezTo>
                <a:lnTo>
                  <a:pt x="0" y="63500"/>
                </a:lnTo>
                <a:cubicBezTo>
                  <a:pt x="0" y="42466"/>
                  <a:pt x="17066" y="25400"/>
                  <a:pt x="38100" y="25400"/>
                </a:cubicBezTo>
                <a:lnTo>
                  <a:pt x="66040" y="25400"/>
                </a:lnTo>
                <a:cubicBezTo>
                  <a:pt x="106283" y="25400"/>
                  <a:pt x="146129" y="33338"/>
                  <a:pt x="183277" y="48816"/>
                </a:cubicBez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1651000"/>
            <a:ext cx="5969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Manipulation Language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(Lenguaje de Manipulacion de Datos)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Conjunto de comandos SQL que permiten 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EA580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insertar, modificar y eliminar</a:t>
            </a:r>
            <a:pPr>
              <a:lnSpc>
                <a:spcPct val="15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datos en las tablas.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400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Comandos DML principales: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635500"/>
            <a:ext cx="4572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1041400" y="49403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03200" y="50800"/>
                </a:moveTo>
                <a:cubicBezTo>
                  <a:pt x="203200" y="36751"/>
                  <a:pt x="191849" y="25400"/>
                  <a:pt x="177800" y="25400"/>
                </a:cubicBezTo>
                <a:cubicBezTo>
                  <a:pt x="163751" y="25400"/>
                  <a:pt x="152400" y="36751"/>
                  <a:pt x="152400" y="50800"/>
                </a:cubicBezTo>
                <a:lnTo>
                  <a:pt x="152400" y="177800"/>
                </a:lnTo>
                <a:lnTo>
                  <a:pt x="25400" y="177800"/>
                </a:lnTo>
                <a:cubicBezTo>
                  <a:pt x="11351" y="177800"/>
                  <a:pt x="0" y="189151"/>
                  <a:pt x="0" y="203200"/>
                </a:cubicBezTo>
                <a:cubicBezTo>
                  <a:pt x="0" y="217249"/>
                  <a:pt x="11351" y="228600"/>
                  <a:pt x="25400" y="228600"/>
                </a:cubicBezTo>
                <a:lnTo>
                  <a:pt x="152400" y="228600"/>
                </a:lnTo>
                <a:lnTo>
                  <a:pt x="152400" y="355600"/>
                </a:lnTo>
                <a:cubicBezTo>
                  <a:pt x="152400" y="369649"/>
                  <a:pt x="163751" y="381000"/>
                  <a:pt x="177800" y="381000"/>
                </a:cubicBezTo>
                <a:cubicBezTo>
                  <a:pt x="191849" y="381000"/>
                  <a:pt x="203200" y="369649"/>
                  <a:pt x="203200" y="355600"/>
                </a:cubicBezTo>
                <a:lnTo>
                  <a:pt x="203200" y="228600"/>
                </a:lnTo>
                <a:lnTo>
                  <a:pt x="330200" y="228600"/>
                </a:lnTo>
                <a:cubicBezTo>
                  <a:pt x="344249" y="228600"/>
                  <a:pt x="355600" y="217249"/>
                  <a:pt x="355600" y="203200"/>
                </a:cubicBezTo>
                <a:cubicBezTo>
                  <a:pt x="355600" y="189151"/>
                  <a:pt x="344249" y="177800"/>
                  <a:pt x="330200" y="177800"/>
                </a:cubicBezTo>
                <a:lnTo>
                  <a:pt x="203200" y="177800"/>
                </a:lnTo>
                <a:lnTo>
                  <a:pt x="203200" y="50800"/>
                </a:ln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4635500"/>
            <a:ext cx="342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Agregar nuevas filas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88000" y="4635500"/>
            <a:ext cx="4572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842000" y="49403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80114" y="16828"/>
                </a:moveTo>
                <a:lnTo>
                  <a:pt x="244475" y="52467"/>
                </a:lnTo>
                <a:lnTo>
                  <a:pt x="353933" y="161925"/>
                </a:lnTo>
                <a:lnTo>
                  <a:pt x="389573" y="126286"/>
                </a:lnTo>
                <a:cubicBezTo>
                  <a:pt x="400368" y="115570"/>
                  <a:pt x="406400" y="100965"/>
                  <a:pt x="406400" y="85725"/>
                </a:cubicBezTo>
                <a:cubicBezTo>
                  <a:pt x="406400" y="70485"/>
                  <a:pt x="400368" y="55880"/>
                  <a:pt x="389573" y="45164"/>
                </a:cubicBezTo>
                <a:lnTo>
                  <a:pt x="361236" y="16828"/>
                </a:lnTo>
                <a:cubicBezTo>
                  <a:pt x="350520" y="6033"/>
                  <a:pt x="335915" y="0"/>
                  <a:pt x="320675" y="0"/>
                </a:cubicBezTo>
                <a:cubicBezTo>
                  <a:pt x="305435" y="0"/>
                  <a:pt x="290830" y="6033"/>
                  <a:pt x="280114" y="16828"/>
                </a:cubicBezTo>
                <a:close/>
                <a:moveTo>
                  <a:pt x="217567" y="79375"/>
                </a:moveTo>
                <a:lnTo>
                  <a:pt x="46752" y="250111"/>
                </a:lnTo>
                <a:cubicBezTo>
                  <a:pt x="38259" y="258604"/>
                  <a:pt x="32068" y="269240"/>
                  <a:pt x="28813" y="280829"/>
                </a:cubicBezTo>
                <a:lnTo>
                  <a:pt x="714" y="382270"/>
                </a:lnTo>
                <a:cubicBezTo>
                  <a:pt x="-1111" y="388858"/>
                  <a:pt x="714" y="396002"/>
                  <a:pt x="5636" y="400844"/>
                </a:cubicBezTo>
                <a:cubicBezTo>
                  <a:pt x="10557" y="405686"/>
                  <a:pt x="17621" y="407591"/>
                  <a:pt x="24209" y="405765"/>
                </a:cubicBezTo>
                <a:lnTo>
                  <a:pt x="125651" y="377587"/>
                </a:lnTo>
                <a:cubicBezTo>
                  <a:pt x="137239" y="374333"/>
                  <a:pt x="147796" y="368221"/>
                  <a:pt x="156369" y="359648"/>
                </a:cubicBezTo>
                <a:lnTo>
                  <a:pt x="327025" y="188833"/>
                </a:lnTo>
                <a:lnTo>
                  <a:pt x="217567" y="79375"/>
                </a:ln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6477000" y="4635500"/>
            <a:ext cx="342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Modificar filas existentes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414000" y="4635500"/>
            <a:ext cx="4572000" cy="101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93400" y="49403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8506" y="4683"/>
                </a:moveTo>
                <a:lnTo>
                  <a:pt x="101600" y="25400"/>
                </a:lnTo>
                <a:lnTo>
                  <a:pt x="25400" y="25400"/>
                </a:lnTo>
                <a:cubicBezTo>
                  <a:pt x="11351" y="25400"/>
                  <a:pt x="0" y="36751"/>
                  <a:pt x="0" y="50800"/>
                </a:cubicBezTo>
                <a:cubicBezTo>
                  <a:pt x="0" y="64849"/>
                  <a:pt x="11351" y="76200"/>
                  <a:pt x="25400" y="76200"/>
                </a:cubicBezTo>
                <a:lnTo>
                  <a:pt x="330200" y="76200"/>
                </a:lnTo>
                <a:cubicBezTo>
                  <a:pt x="344249" y="76200"/>
                  <a:pt x="355600" y="64849"/>
                  <a:pt x="355600" y="50800"/>
                </a:cubicBezTo>
                <a:cubicBezTo>
                  <a:pt x="355600" y="36751"/>
                  <a:pt x="344249" y="25400"/>
                  <a:pt x="330200" y="25400"/>
                </a:cubicBezTo>
                <a:lnTo>
                  <a:pt x="254000" y="25400"/>
                </a:lnTo>
                <a:lnTo>
                  <a:pt x="247094" y="4683"/>
                </a:lnTo>
                <a:cubicBezTo>
                  <a:pt x="243602" y="-5715"/>
                  <a:pt x="233918" y="-12700"/>
                  <a:pt x="222964" y="-12700"/>
                </a:cubicBezTo>
                <a:lnTo>
                  <a:pt x="132636" y="-12700"/>
                </a:lnTo>
                <a:cubicBezTo>
                  <a:pt x="121682" y="-12700"/>
                  <a:pt x="111998" y="-5715"/>
                  <a:pt x="108506" y="4683"/>
                </a:cubicBezTo>
                <a:close/>
                <a:moveTo>
                  <a:pt x="330200" y="114300"/>
                </a:moveTo>
                <a:lnTo>
                  <a:pt x="25400" y="114300"/>
                </a:lnTo>
                <a:lnTo>
                  <a:pt x="42148" y="370761"/>
                </a:lnTo>
                <a:cubicBezTo>
                  <a:pt x="43418" y="390843"/>
                  <a:pt x="60087" y="406400"/>
                  <a:pt x="80169" y="406400"/>
                </a:cubicBezTo>
                <a:lnTo>
                  <a:pt x="275431" y="406400"/>
                </a:lnTo>
                <a:cubicBezTo>
                  <a:pt x="295513" y="406400"/>
                  <a:pt x="312182" y="390843"/>
                  <a:pt x="313452" y="370761"/>
                </a:cubicBezTo>
                <a:lnTo>
                  <a:pt x="330200" y="114300"/>
                </a:ln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11303000" y="4635500"/>
            <a:ext cx="342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BD5E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Eliminar filas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842000"/>
            <a:ext cx="14732000" cy="24765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450" y="6096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66167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92400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Diferencia clave: DML vs DDL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7112000"/>
            <a:ext cx="1422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78350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8350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manipula datos (filas): INSERT, UPDATE, DELETE, SELECT, MERGE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78350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8350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define estructuras (tablas, columnas): CREATE, ALTER, DROP, TRUNCATE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78350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DML puede deshacerse con ROLLBACK; DDL es auto-commit en Oracle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INSERT: agregar nuevas filas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SINTAXIS BASICA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542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812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nombre_tabla (columna1, columna2, columna3)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(valor1, valor2, valor3);</a:t>
            </a:r>
            <a:endParaRPr lang="en-US" sz="1400" dirty="0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O insertar sin especificar columnas (todos los valores en orden):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nombre_tabla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(valor1, valor2, valor3);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393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 PRACTICO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394200"/>
            <a:ext cx="14732000" cy="2794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521200"/>
            <a:ext cx="1422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Insertar un nuevo cliente en la tabla CLIENTE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(cliente_id, nombre, email, telefono)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(101,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'Juan Perez'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'juan@mail.com'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'555-1234'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Insertar multiples filas (Oracle 12c+):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ALL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(102,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'Ana Gomez'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'ana@mail.com'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'555-5678'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(103,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'Luis Ruiz'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'luis@mail.com'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'555-9012'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DUAL;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7620000"/>
            <a:ext cx="14732000" cy="6350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000" y="7848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7620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453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Buena practica: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453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siempre especifica las columnas. Si la tabla cambia de estructura, tu INSERT seguira funcionando.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UPDATE: modificar filas existentes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SINTAXIS BASICA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54200"/>
            <a:ext cx="14732000" cy="1270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812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nombre_tabla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columna1 = valor1, columna2 = valor2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condicion;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342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 PRACTICO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886200"/>
            <a:ext cx="14732000" cy="2159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013200"/>
            <a:ext cx="1422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Cambiar el telefono del cliente 101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telefono =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'555-9999'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cliente_id =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101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Actualizar multiples columnas a la vez: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nombre =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'Juan P. Garcia'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email =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'juan.garcia@mail.com'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cliente_id =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101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6096000"/>
            <a:ext cx="14732000" cy="17780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000" y="635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62992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PELIGRO: olvidar el WHERE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6858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CLIENTE SET telefono = '000-0000';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Modifica TODOS los registros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 omites WHERE, el cambio aplica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todas las filas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 la tabla. Siempre verifica con SELECT antes.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DELETE: eliminar filas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SINTAXIS BASICA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54200"/>
            <a:ext cx="14732000" cy="1016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81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FROM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nombre_tabla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condicion;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317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 PRACTICO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632200"/>
            <a:ext cx="14732000" cy="1651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7592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Eliminar un cliente especifico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FROM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cliente_id =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BBF2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101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Eliminar clientes sin telefono registrado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FROM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telefono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 NULL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5588000"/>
            <a:ext cx="14732000" cy="17780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000" y="584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59182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PELIGRO: DELETE sin WHERE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6477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 FROM CLIENTE;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 TODOS los registros de la tabla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 equivalente a TRUNCATE, pero genera redo log. Siempre usa WHERE o verifica con SELECT * FROM ... WHERE ... antes.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7747000"/>
            <a:ext cx="14732000" cy="6350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6000" y="789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7747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 del docente: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antes de DELETE, ejecuta SELECT con la misma condicion para confirmar cuantas filas afectaras.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Integridad de datos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integridad de datos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garantiza que la informacion almacenada sea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EA580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correcta, consistente y valida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 todo momento. Oracle la protege mediante restricciones (constraints) definidas en el DDL.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Restricciones que protegen los datos: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34290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2159000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0038" y="314325"/>
                </a:moveTo>
                <a:cubicBezTo>
                  <a:pt x="386834" y="314325"/>
                  <a:pt x="457200" y="243959"/>
                  <a:pt x="457200" y="157163"/>
                </a:cubicBezTo>
                <a:cubicBezTo>
                  <a:pt x="457200" y="70366"/>
                  <a:pt x="386834" y="0"/>
                  <a:pt x="300038" y="0"/>
                </a:cubicBezTo>
                <a:cubicBezTo>
                  <a:pt x="213241" y="0"/>
                  <a:pt x="142875" y="70366"/>
                  <a:pt x="142875" y="157163"/>
                </a:cubicBezTo>
                <a:cubicBezTo>
                  <a:pt x="142875" y="173861"/>
                  <a:pt x="145465" y="190024"/>
                  <a:pt x="150287" y="205115"/>
                </a:cubicBezTo>
                <a:lnTo>
                  <a:pt x="6251" y="349151"/>
                </a:lnTo>
                <a:cubicBezTo>
                  <a:pt x="2232" y="353169"/>
                  <a:pt x="0" y="358616"/>
                  <a:pt x="0" y="364331"/>
                </a:cubicBezTo>
                <a:lnTo>
                  <a:pt x="0" y="435769"/>
                </a:lnTo>
                <a:cubicBezTo>
                  <a:pt x="0" y="447645"/>
                  <a:pt x="9555" y="457200"/>
                  <a:pt x="21431" y="457200"/>
                </a:cubicBezTo>
                <a:lnTo>
                  <a:pt x="92869" y="457200"/>
                </a:lnTo>
                <a:cubicBezTo>
                  <a:pt x="104745" y="457200"/>
                  <a:pt x="114300" y="447645"/>
                  <a:pt x="114300" y="435769"/>
                </a:cubicBezTo>
                <a:lnTo>
                  <a:pt x="114300" y="400050"/>
                </a:lnTo>
                <a:lnTo>
                  <a:pt x="150019" y="400050"/>
                </a:lnTo>
                <a:cubicBezTo>
                  <a:pt x="161895" y="400050"/>
                  <a:pt x="171450" y="390495"/>
                  <a:pt x="171450" y="378619"/>
                </a:cubicBezTo>
                <a:lnTo>
                  <a:pt x="171450" y="342900"/>
                </a:lnTo>
                <a:lnTo>
                  <a:pt x="207169" y="342900"/>
                </a:lnTo>
                <a:cubicBezTo>
                  <a:pt x="212884" y="342900"/>
                  <a:pt x="218331" y="340668"/>
                  <a:pt x="222349" y="336649"/>
                </a:cubicBezTo>
                <a:lnTo>
                  <a:pt x="252085" y="306913"/>
                </a:lnTo>
                <a:cubicBezTo>
                  <a:pt x="267176" y="311735"/>
                  <a:pt x="283339" y="314325"/>
                  <a:pt x="300038" y="314325"/>
                </a:cubicBezTo>
                <a:close/>
                <a:moveTo>
                  <a:pt x="335756" y="85725"/>
                </a:moveTo>
                <a:cubicBezTo>
                  <a:pt x="355470" y="85725"/>
                  <a:pt x="371475" y="101730"/>
                  <a:pt x="371475" y="121444"/>
                </a:cubicBezTo>
                <a:cubicBezTo>
                  <a:pt x="371475" y="141157"/>
                  <a:pt x="355470" y="157163"/>
                  <a:pt x="335756" y="157163"/>
                </a:cubicBezTo>
                <a:cubicBezTo>
                  <a:pt x="316043" y="157163"/>
                  <a:pt x="300038" y="141157"/>
                  <a:pt x="300038" y="121444"/>
                </a:cubicBezTo>
                <a:cubicBezTo>
                  <a:pt x="300038" y="101730"/>
                  <a:pt x="316043" y="85725"/>
                  <a:pt x="335756" y="85725"/>
                </a:cubicBez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40132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KEY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4196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Identificador unico, no nulo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5000" y="3175000"/>
            <a:ext cx="34290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5813425" y="3429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374600" y="85725"/>
                </a:moveTo>
                <a:cubicBezTo>
                  <a:pt x="359777" y="85725"/>
                  <a:pt x="345400" y="89743"/>
                  <a:pt x="332809" y="97066"/>
                </a:cubicBezTo>
                <a:cubicBezTo>
                  <a:pt x="318701" y="82778"/>
                  <a:pt x="302270" y="70812"/>
                  <a:pt x="284143" y="61793"/>
                </a:cubicBezTo>
                <a:cubicBezTo>
                  <a:pt x="309324" y="40362"/>
                  <a:pt x="341382" y="28575"/>
                  <a:pt x="374600" y="28575"/>
                </a:cubicBezTo>
                <a:cubicBezTo>
                  <a:pt x="451753" y="28575"/>
                  <a:pt x="514350" y="91083"/>
                  <a:pt x="514350" y="168325"/>
                </a:cubicBezTo>
                <a:cubicBezTo>
                  <a:pt x="514350" y="205383"/>
                  <a:pt x="499616" y="240923"/>
                  <a:pt x="473452" y="267087"/>
                </a:cubicBezTo>
                <a:lnTo>
                  <a:pt x="409962" y="330577"/>
                </a:lnTo>
                <a:cubicBezTo>
                  <a:pt x="383798" y="356741"/>
                  <a:pt x="348258" y="371475"/>
                  <a:pt x="311200" y="371475"/>
                </a:cubicBezTo>
                <a:cubicBezTo>
                  <a:pt x="234047" y="371475"/>
                  <a:pt x="171450" y="308967"/>
                  <a:pt x="171450" y="231725"/>
                </a:cubicBezTo>
                <a:cubicBezTo>
                  <a:pt x="171450" y="230386"/>
                  <a:pt x="171450" y="229046"/>
                  <a:pt x="171539" y="227707"/>
                </a:cubicBezTo>
                <a:cubicBezTo>
                  <a:pt x="171986" y="211901"/>
                  <a:pt x="185112" y="199489"/>
                  <a:pt x="200918" y="199936"/>
                </a:cubicBezTo>
                <a:cubicBezTo>
                  <a:pt x="216724" y="200382"/>
                  <a:pt x="229136" y="213509"/>
                  <a:pt x="228689" y="229314"/>
                </a:cubicBezTo>
                <a:cubicBezTo>
                  <a:pt x="228689" y="230118"/>
                  <a:pt x="228689" y="230922"/>
                  <a:pt x="228689" y="231636"/>
                </a:cubicBezTo>
                <a:cubicBezTo>
                  <a:pt x="228689" y="277267"/>
                  <a:pt x="265658" y="314236"/>
                  <a:pt x="311289" y="314236"/>
                </a:cubicBezTo>
                <a:cubicBezTo>
                  <a:pt x="333167" y="314236"/>
                  <a:pt x="354151" y="305574"/>
                  <a:pt x="369689" y="290036"/>
                </a:cubicBezTo>
                <a:lnTo>
                  <a:pt x="433179" y="226546"/>
                </a:lnTo>
                <a:cubicBezTo>
                  <a:pt x="448628" y="211098"/>
                  <a:pt x="457379" y="190024"/>
                  <a:pt x="457379" y="168146"/>
                </a:cubicBezTo>
                <a:cubicBezTo>
                  <a:pt x="457379" y="122515"/>
                  <a:pt x="420410" y="85546"/>
                  <a:pt x="374779" y="85546"/>
                </a:cubicBezTo>
                <a:close/>
                <a:moveTo>
                  <a:pt x="245745" y="154751"/>
                </a:moveTo>
                <a:cubicBezTo>
                  <a:pt x="244048" y="154037"/>
                  <a:pt x="242352" y="153055"/>
                  <a:pt x="240834" y="151983"/>
                </a:cubicBezTo>
                <a:cubicBezTo>
                  <a:pt x="229582" y="146179"/>
                  <a:pt x="216724" y="142875"/>
                  <a:pt x="203240" y="142875"/>
                </a:cubicBezTo>
                <a:cubicBezTo>
                  <a:pt x="181362" y="142875"/>
                  <a:pt x="160377" y="151537"/>
                  <a:pt x="144840" y="167074"/>
                </a:cubicBezTo>
                <a:lnTo>
                  <a:pt x="81349" y="230565"/>
                </a:lnTo>
                <a:cubicBezTo>
                  <a:pt x="65901" y="246013"/>
                  <a:pt x="57150" y="267087"/>
                  <a:pt x="57150" y="288965"/>
                </a:cubicBezTo>
                <a:cubicBezTo>
                  <a:pt x="57150" y="334595"/>
                  <a:pt x="94119" y="371564"/>
                  <a:pt x="139750" y="371564"/>
                </a:cubicBezTo>
                <a:cubicBezTo>
                  <a:pt x="154484" y="371564"/>
                  <a:pt x="168860" y="367635"/>
                  <a:pt x="181451" y="360313"/>
                </a:cubicBezTo>
                <a:cubicBezTo>
                  <a:pt x="195560" y="374600"/>
                  <a:pt x="211991" y="386566"/>
                  <a:pt x="230207" y="395585"/>
                </a:cubicBezTo>
                <a:cubicBezTo>
                  <a:pt x="205026" y="416927"/>
                  <a:pt x="173057" y="428804"/>
                  <a:pt x="139750" y="428804"/>
                </a:cubicBezTo>
                <a:cubicBezTo>
                  <a:pt x="62597" y="428804"/>
                  <a:pt x="0" y="366296"/>
                  <a:pt x="0" y="289054"/>
                </a:cubicBezTo>
                <a:cubicBezTo>
                  <a:pt x="0" y="251996"/>
                  <a:pt x="14734" y="216456"/>
                  <a:pt x="40898" y="190292"/>
                </a:cubicBezTo>
                <a:lnTo>
                  <a:pt x="104388" y="126802"/>
                </a:lnTo>
                <a:cubicBezTo>
                  <a:pt x="130552" y="100638"/>
                  <a:pt x="166092" y="85904"/>
                  <a:pt x="203150" y="85904"/>
                </a:cubicBezTo>
                <a:cubicBezTo>
                  <a:pt x="280481" y="85904"/>
                  <a:pt x="342900" y="148947"/>
                  <a:pt x="342900" y="226010"/>
                </a:cubicBezTo>
                <a:cubicBezTo>
                  <a:pt x="342900" y="227171"/>
                  <a:pt x="342900" y="228332"/>
                  <a:pt x="342900" y="229493"/>
                </a:cubicBezTo>
                <a:cubicBezTo>
                  <a:pt x="342543" y="245299"/>
                  <a:pt x="329416" y="257711"/>
                  <a:pt x="313611" y="257354"/>
                </a:cubicBezTo>
                <a:cubicBezTo>
                  <a:pt x="297805" y="256996"/>
                  <a:pt x="285393" y="243870"/>
                  <a:pt x="285750" y="228064"/>
                </a:cubicBezTo>
                <a:cubicBezTo>
                  <a:pt x="285750" y="227350"/>
                  <a:pt x="285750" y="226725"/>
                  <a:pt x="285750" y="226010"/>
                </a:cubicBezTo>
                <a:cubicBezTo>
                  <a:pt x="285750" y="195917"/>
                  <a:pt x="269677" y="169485"/>
                  <a:pt x="245745" y="154930"/>
                </a:cubicBez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4699000" y="40132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FOREIGN KEY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99000" y="44196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Relacion entre tablas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0" y="3175000"/>
            <a:ext cx="34290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0" y="342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149126" y="149126"/>
                </a:moveTo>
                <a:cubicBezTo>
                  <a:pt x="157520" y="140732"/>
                  <a:pt x="171093" y="140732"/>
                  <a:pt x="179397" y="149126"/>
                </a:cubicBezTo>
                <a:lnTo>
                  <a:pt x="228511" y="198239"/>
                </a:lnTo>
                <a:lnTo>
                  <a:pt x="277624" y="149126"/>
                </a:lnTo>
                <a:cubicBezTo>
                  <a:pt x="286018" y="140732"/>
                  <a:pt x="299591" y="140732"/>
                  <a:pt x="307896" y="149126"/>
                </a:cubicBezTo>
                <a:cubicBezTo>
                  <a:pt x="316200" y="157520"/>
                  <a:pt x="316290" y="171093"/>
                  <a:pt x="307896" y="179397"/>
                </a:cubicBezTo>
                <a:lnTo>
                  <a:pt x="258782" y="228511"/>
                </a:lnTo>
                <a:lnTo>
                  <a:pt x="307896" y="277624"/>
                </a:lnTo>
                <a:cubicBezTo>
                  <a:pt x="316290" y="286018"/>
                  <a:pt x="316290" y="299591"/>
                  <a:pt x="307896" y="307896"/>
                </a:cubicBezTo>
                <a:cubicBezTo>
                  <a:pt x="299502" y="316200"/>
                  <a:pt x="285929" y="316290"/>
                  <a:pt x="277624" y="307896"/>
                </a:cubicBezTo>
                <a:lnTo>
                  <a:pt x="228511" y="258782"/>
                </a:lnTo>
                <a:lnTo>
                  <a:pt x="179397" y="307896"/>
                </a:lnTo>
                <a:cubicBezTo>
                  <a:pt x="171004" y="316290"/>
                  <a:pt x="157430" y="316290"/>
                  <a:pt x="149126" y="307896"/>
                </a:cubicBezTo>
                <a:cubicBezTo>
                  <a:pt x="140821" y="299502"/>
                  <a:pt x="140732" y="285929"/>
                  <a:pt x="149126" y="277624"/>
                </a:cubicBezTo>
                <a:lnTo>
                  <a:pt x="198239" y="228511"/>
                </a:lnTo>
                <a:lnTo>
                  <a:pt x="149126" y="179397"/>
                </a:lnTo>
                <a:cubicBezTo>
                  <a:pt x="140732" y="171004"/>
                  <a:pt x="140732" y="157430"/>
                  <a:pt x="149126" y="149126"/>
                </a:cubicBez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40132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NULL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4419600"/>
            <a:ext cx="292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Columna obligatoria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811000" y="3175000"/>
            <a:ext cx="3683000" cy="1778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366750" y="3429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23153" y="59650"/>
                </a:moveTo>
                <a:cubicBezTo>
                  <a:pt x="232440" y="46881"/>
                  <a:pt x="229582" y="29021"/>
                  <a:pt x="216813" y="19735"/>
                </a:cubicBezTo>
                <a:cubicBezTo>
                  <a:pt x="204043" y="10448"/>
                  <a:pt x="186184" y="13305"/>
                  <a:pt x="176897" y="26075"/>
                </a:cubicBezTo>
                <a:lnTo>
                  <a:pt x="82242" y="156180"/>
                </a:lnTo>
                <a:lnTo>
                  <a:pt x="48756" y="122694"/>
                </a:lnTo>
                <a:cubicBezTo>
                  <a:pt x="37594" y="111532"/>
                  <a:pt x="19467" y="111532"/>
                  <a:pt x="8305" y="122694"/>
                </a:cubicBezTo>
                <a:cubicBezTo>
                  <a:pt x="-2857" y="133856"/>
                  <a:pt x="-2857" y="151983"/>
                  <a:pt x="8305" y="163145"/>
                </a:cubicBezTo>
                <a:lnTo>
                  <a:pt x="65455" y="220295"/>
                </a:lnTo>
                <a:cubicBezTo>
                  <a:pt x="71348" y="226189"/>
                  <a:pt x="79564" y="229225"/>
                  <a:pt x="87868" y="228600"/>
                </a:cubicBezTo>
                <a:cubicBezTo>
                  <a:pt x="96173" y="227975"/>
                  <a:pt x="103852" y="223689"/>
                  <a:pt x="108764" y="216902"/>
                </a:cubicBezTo>
                <a:lnTo>
                  <a:pt x="223064" y="59740"/>
                </a:lnTo>
                <a:close/>
                <a:moveTo>
                  <a:pt x="337453" y="181094"/>
                </a:moveTo>
                <a:cubicBezTo>
                  <a:pt x="346740" y="168325"/>
                  <a:pt x="343882" y="150465"/>
                  <a:pt x="331113" y="141178"/>
                </a:cubicBezTo>
                <a:cubicBezTo>
                  <a:pt x="318343" y="131891"/>
                  <a:pt x="300484" y="134749"/>
                  <a:pt x="291197" y="147518"/>
                </a:cubicBezTo>
                <a:lnTo>
                  <a:pt x="139392" y="356205"/>
                </a:lnTo>
                <a:lnTo>
                  <a:pt x="77331" y="294144"/>
                </a:lnTo>
                <a:cubicBezTo>
                  <a:pt x="66169" y="282982"/>
                  <a:pt x="48042" y="282982"/>
                  <a:pt x="36880" y="294144"/>
                </a:cubicBezTo>
                <a:cubicBezTo>
                  <a:pt x="25717" y="305306"/>
                  <a:pt x="25717" y="323433"/>
                  <a:pt x="36880" y="334595"/>
                </a:cubicBezTo>
                <a:lnTo>
                  <a:pt x="122605" y="420320"/>
                </a:lnTo>
                <a:cubicBezTo>
                  <a:pt x="128498" y="426214"/>
                  <a:pt x="136714" y="429250"/>
                  <a:pt x="145018" y="428625"/>
                </a:cubicBezTo>
                <a:cubicBezTo>
                  <a:pt x="153323" y="428000"/>
                  <a:pt x="161002" y="423714"/>
                  <a:pt x="165914" y="416927"/>
                </a:cubicBezTo>
                <a:lnTo>
                  <a:pt x="337364" y="181183"/>
                </a:ln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20" name="Text 18"/>
          <p:cNvSpPr/>
          <p:nvPr/>
        </p:nvSpPr>
        <p:spPr>
          <a:xfrm>
            <a:off x="12065000" y="40132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065000" y="44196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Validacion de reglas de negocio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461000"/>
            <a:ext cx="14732000" cy="25400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0450" y="5715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1524000" y="56642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92400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¿Por que importa la integridad?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6223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350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Evita datos duplicados o inconsistentes entre tablas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350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Protege las relaciones logicas del modelo de datos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350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Impide que un pedido exista sin un cliente asociado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8350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Garantiza que los valores cumplan reglas de negocio (ej: salario &gt; 0)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07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Tipos de errores de integridad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62000" y="1524000"/>
            <a:ext cx="7112000" cy="16510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000" y="177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3363" y="244475"/>
                </a:moveTo>
                <a:cubicBezTo>
                  <a:pt x="300871" y="244475"/>
                  <a:pt x="355600" y="189746"/>
                  <a:pt x="355600" y="122238"/>
                </a:cubicBezTo>
                <a:cubicBezTo>
                  <a:pt x="355600" y="54729"/>
                  <a:pt x="300871" y="0"/>
                  <a:pt x="233363" y="0"/>
                </a:cubicBezTo>
                <a:cubicBezTo>
                  <a:pt x="165854" y="0"/>
                  <a:pt x="111125" y="54729"/>
                  <a:pt x="111125" y="122238"/>
                </a:cubicBezTo>
                <a:cubicBezTo>
                  <a:pt x="111125" y="135225"/>
                  <a:pt x="113139" y="147796"/>
                  <a:pt x="116890" y="159534"/>
                </a:cubicBezTo>
                <a:lnTo>
                  <a:pt x="4862" y="271562"/>
                </a:lnTo>
                <a:cubicBezTo>
                  <a:pt x="1736" y="274687"/>
                  <a:pt x="0" y="278924"/>
                  <a:pt x="0" y="283369"/>
                </a:cubicBezTo>
                <a:lnTo>
                  <a:pt x="0" y="338931"/>
                </a:lnTo>
                <a:cubicBezTo>
                  <a:pt x="0" y="348169"/>
                  <a:pt x="7431" y="355600"/>
                  <a:pt x="16669" y="355600"/>
                </a:cubicBezTo>
                <a:lnTo>
                  <a:pt x="72231" y="355600"/>
                </a:lnTo>
                <a:cubicBezTo>
                  <a:pt x="81469" y="355600"/>
                  <a:pt x="88900" y="348169"/>
                  <a:pt x="88900" y="338931"/>
                </a:cubicBezTo>
                <a:lnTo>
                  <a:pt x="88900" y="311150"/>
                </a:lnTo>
                <a:lnTo>
                  <a:pt x="116681" y="311150"/>
                </a:lnTo>
                <a:cubicBezTo>
                  <a:pt x="125919" y="311150"/>
                  <a:pt x="133350" y="303719"/>
                  <a:pt x="133350" y="294481"/>
                </a:cubicBezTo>
                <a:lnTo>
                  <a:pt x="133350" y="266700"/>
                </a:lnTo>
                <a:lnTo>
                  <a:pt x="161131" y="266700"/>
                </a:lnTo>
                <a:cubicBezTo>
                  <a:pt x="165576" y="266700"/>
                  <a:pt x="169813" y="264964"/>
                  <a:pt x="172938" y="261838"/>
                </a:cubicBezTo>
                <a:lnTo>
                  <a:pt x="196066" y="238710"/>
                </a:lnTo>
                <a:cubicBezTo>
                  <a:pt x="207804" y="242461"/>
                  <a:pt x="220375" y="244475"/>
                  <a:pt x="233363" y="244475"/>
                </a:cubicBezTo>
                <a:close/>
                <a:moveTo>
                  <a:pt x="261144" y="66675"/>
                </a:moveTo>
                <a:cubicBezTo>
                  <a:pt x="276477" y="66675"/>
                  <a:pt x="288925" y="79123"/>
                  <a:pt x="288925" y="94456"/>
                </a:cubicBezTo>
                <a:cubicBezTo>
                  <a:pt x="288925" y="109789"/>
                  <a:pt x="276477" y="122238"/>
                  <a:pt x="261144" y="122238"/>
                </a:cubicBezTo>
                <a:cubicBezTo>
                  <a:pt x="245811" y="122238"/>
                  <a:pt x="233363" y="109789"/>
                  <a:pt x="233363" y="94456"/>
                </a:cubicBezTo>
                <a:cubicBezTo>
                  <a:pt x="233363" y="79123"/>
                  <a:pt x="245811" y="66675"/>
                  <a:pt x="261144" y="66675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1727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Clave primaria duplicada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2352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ORA-00001: unique constraint violated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Intentas insertar un ID que ya existe en la tabla.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28000" y="1524000"/>
            <a:ext cx="7366000" cy="16510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59775" y="177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0" y="1727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Clave foranea (FK)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0" y="22352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ORA-02291: integrity constraint violated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valor de FK no existe en la tabla padre.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429000"/>
            <a:ext cx="7112000" cy="16510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60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15987" y="115987"/>
                </a:moveTo>
                <a:cubicBezTo>
                  <a:pt x="122515" y="109458"/>
                  <a:pt x="133072" y="109458"/>
                  <a:pt x="139531" y="115987"/>
                </a:cubicBezTo>
                <a:lnTo>
                  <a:pt x="177731" y="154186"/>
                </a:lnTo>
                <a:lnTo>
                  <a:pt x="215930" y="115987"/>
                </a:lnTo>
                <a:cubicBezTo>
                  <a:pt x="222458" y="109458"/>
                  <a:pt x="233015" y="109458"/>
                  <a:pt x="239474" y="115987"/>
                </a:cubicBezTo>
                <a:cubicBezTo>
                  <a:pt x="245934" y="122515"/>
                  <a:pt x="246003" y="133072"/>
                  <a:pt x="239474" y="139531"/>
                </a:cubicBezTo>
                <a:lnTo>
                  <a:pt x="201275" y="177731"/>
                </a:lnTo>
                <a:lnTo>
                  <a:pt x="239474" y="215930"/>
                </a:lnTo>
                <a:cubicBezTo>
                  <a:pt x="246003" y="222458"/>
                  <a:pt x="246003" y="233015"/>
                  <a:pt x="239474" y="239474"/>
                </a:cubicBezTo>
                <a:cubicBezTo>
                  <a:pt x="232946" y="245934"/>
                  <a:pt x="222389" y="246003"/>
                  <a:pt x="215930" y="239474"/>
                </a:cubicBezTo>
                <a:lnTo>
                  <a:pt x="177731" y="201275"/>
                </a:lnTo>
                <a:lnTo>
                  <a:pt x="139531" y="239474"/>
                </a:lnTo>
                <a:cubicBezTo>
                  <a:pt x="133003" y="246003"/>
                  <a:pt x="122446" y="246003"/>
                  <a:pt x="115987" y="239474"/>
                </a:cubicBezTo>
                <a:cubicBezTo>
                  <a:pt x="109528" y="232946"/>
                  <a:pt x="109458" y="222389"/>
                  <a:pt x="115987" y="215930"/>
                </a:cubicBezTo>
                <a:lnTo>
                  <a:pt x="154186" y="177731"/>
                </a:lnTo>
                <a:lnTo>
                  <a:pt x="115987" y="139531"/>
                </a:lnTo>
                <a:cubicBezTo>
                  <a:pt x="109458" y="133003"/>
                  <a:pt x="109458" y="122446"/>
                  <a:pt x="115987" y="115987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3632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NULL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41402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ORA-01400: cannot insert NULL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Dejas vacia una columna marcada como obligatoria.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3429000"/>
            <a:ext cx="7366000" cy="16510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26450" y="3683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73563" y="46395"/>
                </a:moveTo>
                <a:cubicBezTo>
                  <a:pt x="180786" y="36463"/>
                  <a:pt x="178564" y="22572"/>
                  <a:pt x="168632" y="15349"/>
                </a:cubicBezTo>
                <a:cubicBezTo>
                  <a:pt x="158700" y="8126"/>
                  <a:pt x="144810" y="10349"/>
                  <a:pt x="137587" y="20280"/>
                </a:cubicBezTo>
                <a:lnTo>
                  <a:pt x="63966" y="121474"/>
                </a:lnTo>
                <a:lnTo>
                  <a:pt x="37921" y="95429"/>
                </a:lnTo>
                <a:cubicBezTo>
                  <a:pt x="29240" y="86747"/>
                  <a:pt x="15141" y="86747"/>
                  <a:pt x="6459" y="95429"/>
                </a:cubicBezTo>
                <a:cubicBezTo>
                  <a:pt x="-2222" y="104110"/>
                  <a:pt x="-2222" y="118209"/>
                  <a:pt x="6459" y="126891"/>
                </a:cubicBezTo>
                <a:lnTo>
                  <a:pt x="50909" y="171341"/>
                </a:lnTo>
                <a:cubicBezTo>
                  <a:pt x="55493" y="175925"/>
                  <a:pt x="61883" y="178286"/>
                  <a:pt x="68342" y="177800"/>
                </a:cubicBezTo>
                <a:cubicBezTo>
                  <a:pt x="74801" y="177314"/>
                  <a:pt x="80774" y="173980"/>
                  <a:pt x="84594" y="168702"/>
                </a:cubicBezTo>
                <a:lnTo>
                  <a:pt x="173494" y="46464"/>
                </a:lnTo>
                <a:close/>
                <a:moveTo>
                  <a:pt x="262463" y="140851"/>
                </a:moveTo>
                <a:cubicBezTo>
                  <a:pt x="269686" y="130919"/>
                  <a:pt x="267464" y="117029"/>
                  <a:pt x="257532" y="109805"/>
                </a:cubicBezTo>
                <a:cubicBezTo>
                  <a:pt x="247600" y="102582"/>
                  <a:pt x="233710" y="104805"/>
                  <a:pt x="226487" y="114737"/>
                </a:cubicBezTo>
                <a:lnTo>
                  <a:pt x="108416" y="277049"/>
                </a:lnTo>
                <a:lnTo>
                  <a:pt x="60146" y="228779"/>
                </a:lnTo>
                <a:cubicBezTo>
                  <a:pt x="51465" y="220097"/>
                  <a:pt x="37366" y="220097"/>
                  <a:pt x="28684" y="228779"/>
                </a:cubicBezTo>
                <a:cubicBezTo>
                  <a:pt x="20002" y="237460"/>
                  <a:pt x="20002" y="251559"/>
                  <a:pt x="28684" y="260241"/>
                </a:cubicBezTo>
                <a:lnTo>
                  <a:pt x="95359" y="326916"/>
                </a:lnTo>
                <a:cubicBezTo>
                  <a:pt x="99943" y="331500"/>
                  <a:pt x="106333" y="333861"/>
                  <a:pt x="112792" y="333375"/>
                </a:cubicBezTo>
                <a:cubicBezTo>
                  <a:pt x="119251" y="332889"/>
                  <a:pt x="125224" y="329555"/>
                  <a:pt x="129044" y="324277"/>
                </a:cubicBezTo>
                <a:lnTo>
                  <a:pt x="262394" y="140920"/>
                </a:ln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890000" y="3632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constraint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000" y="4140200"/>
            <a:ext cx="685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ORA-02290: check constraint violated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F1D1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valor no cumple la regla definida (ej: edad &lt; 0).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5461000"/>
            <a:ext cx="14732000" cy="254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56642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Resumen de codigos de error Oracle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6223000"/>
          <a:ext cx="14224000" cy="1524000"/>
        </p:xfrm>
        <a:graphic>
          <a:graphicData uri="http://schemas.openxmlformats.org/drawingml/2006/table">
            <a:tbl>
              <a:tblPr/>
              <a:tblGrid>
                <a:gridCol w="3556000"/>
                <a:gridCol w="4978400"/>
                <a:gridCol w="56896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Restriccion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Codigo ORA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Causa principal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PRIMARY KEY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ORA-00001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Valor duplicado en columna unica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FOREIGN KEY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ORA-02291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FK referencia valor inexistente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NULL / CHECK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ORA-01400 / 02290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Valor nulo o fuera de rango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Carga inicial de datos: orden correcto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 poblar una base de datos por primera vez, el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orden de insercion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es critico. Debes respetar las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EA580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dependencias entre tablas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(relaciones padre-hijo).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286000"/>
            <a:ext cx="76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905000" y="2286000"/>
            <a:ext cx="1333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Tablas padre (sin foreign keys)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Ejemplo: CLIENTE, CATEGORIA, PAIS — no dependen de otras tablas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556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556000"/>
            <a:ext cx="76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05000" y="3556000"/>
            <a:ext cx="1333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Tablas hijo (con foreign keys)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Ejemplo: PEDIDO (depende de CLIENTE), PRODUCTO (depende de CATEGORIA)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826000"/>
            <a:ext cx="14732000" cy="101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4826000"/>
            <a:ext cx="76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905000" y="4826000"/>
            <a:ext cx="1333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Tablas de union o detalle (relaciones N:M)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Ejemplo: DETALLE_PEDIDO (depende de PEDIDO y PRODUCTO)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97000" y="3302000"/>
            <a:ext cx="0" cy="254000"/>
          </a:xfrm>
          <a:prstGeom prst="straightConnector1">
            <a:avLst/>
          </a:prstGeom>
          <a:noFill/>
          <a:ln w="25400">
            <a:solidFill>
              <a:srgbClr val="EA580C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397000" y="4572000"/>
            <a:ext cx="0" cy="254000"/>
          </a:xfrm>
          <a:prstGeom prst="straightConnector1">
            <a:avLst/>
          </a:prstGeom>
          <a:noFill/>
          <a:ln w="25400">
            <a:solidFill>
              <a:srgbClr val="EA580C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2000" y="6350000"/>
            <a:ext cx="14732000" cy="16510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0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524000" y="65532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3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Regla de oro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70612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Nunca puedes insertar un hijo antes que su padre.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 PEDIDO tiene FK a CLIENTE, el cliente debe existir primero.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E3A8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Para eliminar: orden inverso. Borra hijos primero, luego padres.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 practico: CLIENTE - PEDIDO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MODELO RELACIONAL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3556000" cy="1778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89000" y="20066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TABLA: CLIENTE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9000" y="24384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cliente_id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nombre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telefono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18000" y="2667000"/>
            <a:ext cx="1778000" cy="0"/>
          </a:xfrm>
          <a:prstGeom prst="straightConnector1">
            <a:avLst/>
          </a:prstGeom>
          <a:noFill/>
          <a:ln w="25400">
            <a:solidFill>
              <a:srgbClr val="EA580C"/>
            </a:solidFill>
            <a:prstDash val="solid"/>
            <a:headEnd type="none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4572000" y="2413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 : 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0" y="1905000"/>
            <a:ext cx="3556000" cy="1778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23000" y="2006600"/>
            <a:ext cx="330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TABLA: PEDIDO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23000" y="2438400"/>
            <a:ext cx="33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pedido_id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cliente_id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FK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fecha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</a:t>
            </a:r>
            <a:pPr>
              <a:lnSpc>
                <a:spcPct val="140000"/>
              </a:lnSpc>
            </a:pPr>
            <a:r>
              <a:rPr lang="en-US" sz="13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CK&gt;0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393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SCRIPT DE CARGA INICIAL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394200"/>
            <a:ext cx="14732000" cy="3683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4521200"/>
            <a:ext cx="1422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PASO 1: Cargar tabla padre (CLIENTE)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(cliente_id, nombre, email, telefono)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'Maria Lopez'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'maria@mail.com'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'555-1111'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(cliente_id, nombre, email, telefono)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'Carlos Diaz'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'carlos@mail.com'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'555-2222'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PASO 2: Cargar tabla hijo (PEDIDO) — cliente_id debe existir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PEDIDO (pedido_id, cliente_id, fecha, total)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(1001, 1,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'25-APR-2026'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250.00);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PEDIDO (pedido_id, cliente_id, fecha, total)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(1002, 2,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'26-APR-2026'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890.50);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Ejemplo de error y explicacion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Escenario: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intentamos insertar un pedido para un cliente que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DC262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existe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en la tabla CLIENTE.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082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COMANDO ERRONEO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489200"/>
            <a:ext cx="14732000" cy="1270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6162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El cliente_id = 99 NO existe en la tabla CLIENTE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PEDIDO (pedido_id, cliente_id, fecha, total)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(1003,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F8717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'27-APR-2026'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150.00);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4064000"/>
            <a:ext cx="14732000" cy="1524000"/>
          </a:xfrm>
          <a:prstGeom prst="roundRect">
            <a:avLst>
              <a:gd name="adj" fmla="val 5000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16000" y="431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42672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generado por Oracle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7752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7F1D1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ORA-02291: integrity constraint (USUARIO.FK_PEDIDO_CLIENTE) violated - parent key not found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969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¿Que significa este error?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6477000"/>
            <a:ext cx="14732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Oracle rechaza la insercion porque la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clave foranea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(cliente_id = 99) no tiene un valor correspondiente en la tabla padre (CLIENTE).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La restriccion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FK_PEDIDO_CLIENTE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protege la integridad referencial.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No puedes tener un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pedido huerfano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todo pedido debe pertenecer a un cliente real.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Correccion del error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OPCION A: INSERTAR EL CLIENTE PRIMERO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54200"/>
            <a:ext cx="14732000" cy="2159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81200"/>
            <a:ext cx="14224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Paso 1: crear el cliente que faltaba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(cliente_id, nombre, email, telefono)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(99,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'Cliente Nuevo'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'nuevo@mail.com'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'555-9999'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4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Paso 2: ahora si, insertar el pedido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PEDIDO (pedido_id, cliente_id, fecha, total)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(1003, 99,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'27-APR-2026'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150.00);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2000" y="431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6474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OPCION B: USAR UN CLIENTE EXISTENTE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775200"/>
            <a:ext cx="14732000" cy="1270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49022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Reutilizar un cliente_id valido que ya existe (ej: 1 o 2)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PEDIDO (pedido_id, cliente_id, fecha, total)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(1003,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'27-APR-2026'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150.00);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6350000"/>
            <a:ext cx="14732000" cy="203200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0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65532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453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Verificacion despues de corregir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71120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453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Verificar que el cliente existe: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453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* FROM CLIENTE WHERE cliente_id = 99;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453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Confirmar la insercion del pedido: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453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* FROM PEDIDO WHERE pedido_id = 1003;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453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Validar la relacion: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453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p.*, c.nombre FROM PEDIDO p JOIN CLIENTE c ON p.cliente_id = c.cliente_id;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Buenas practicas en DML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762000" y="1524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24000"/>
            <a:ext cx="635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78000" y="1625600"/>
            <a:ext cx="584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Siempre usa WHERE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 UPDATE y DELETE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 WHERE, afectas toda la tabla. Verifica primero con SELECT.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0" y="1524000"/>
            <a:ext cx="7366000" cy="127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8382000" y="1524000"/>
            <a:ext cx="635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0" y="1625600"/>
            <a:ext cx="6096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Respeta el orden de carga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Padres primero, hijos despues. Elimina en orden inverso.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048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048000"/>
            <a:ext cx="635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78000" y="3149600"/>
            <a:ext cx="584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 datos antes de insertar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Revisa PK duplicadas, FK validas y campos NOT NULL.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0" y="3048000"/>
            <a:ext cx="7366000" cy="127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3048000"/>
            <a:ext cx="635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0" y="3149600"/>
            <a:ext cx="6096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Especifica columnas en INSERT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INTO tabla(col1, col2) es mas robusto que VALUES solo.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572000"/>
            <a:ext cx="7112000" cy="127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572000"/>
            <a:ext cx="635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78000" y="4673600"/>
            <a:ext cx="5842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 transacciones (COMMIT / ROLLBACK)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Prueba tus cambios. Si algo falla, ejecuta ROLLBACK.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0" y="4572000"/>
            <a:ext cx="7366000" cy="127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4572000"/>
            <a:ext cx="635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4673600"/>
            <a:ext cx="6096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Documenta tus scripts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 comentarios (-- ) para explicar cada bloque de codigo.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223000"/>
            <a:ext cx="14732000" cy="1778000"/>
          </a:xfrm>
          <a:prstGeom prst="roundRect">
            <a:avLst>
              <a:gd name="adj" fmla="val 3000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6350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Plantilla segura para UPDATE: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cliente_id = 1;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Paso 1: verificar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telefono =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5F3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'555-0000'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cliente_id = 1;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Paso 2: actualizar</a:t>
            </a:r>
            <a:endParaRPr lang="en-US" sz="14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472B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cliente_id = 1;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94A3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Paso 3: confirmar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Actividad en clase: taller practico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Resuelve los siguientes ejercicios en SQL*Plus o SQL Developer: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241300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413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51000" y="2260600"/>
            <a:ext cx="1358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Crear estructura: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 las tablas CLIENTE y PEDIDO con sus constraints (PK, FK, NOT NULL, CHECK).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PK en cliente_id y pedido_id | FK en PEDIDO.cliente_id | CHECK total &gt; 0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683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1016000" y="393700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51000" y="3784600"/>
            <a:ext cx="1358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Carga inicial: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Inserta 3 clientes y 2 pedidos por cliente (6 pedidos total).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Respeta el orden: CLIENTE primero, luego PEDIDO. Usa COMMIT al finalizar.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207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546100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5461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51000" y="5308600"/>
            <a:ext cx="1358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Provocar y corregir errores: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Intenta insertar un pedido con cliente_id inexistente.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Analiza el error ORA-02291, corrige insertando el cliente faltante y reintenta.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731000"/>
            <a:ext cx="14732000" cy="1270000"/>
          </a:xfrm>
          <a:prstGeom prst="roundRect">
            <a:avLst>
              <a:gd name="adj" fmla="val 5000"/>
            </a:avLst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6985000"/>
            <a:ext cx="457200" cy="457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985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51000" y="6832600"/>
            <a:ext cx="13589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y DELETE controlados: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Cambia el telefono de un cliente y elimina un pedido especifico.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Usa WHERE. Verifica con SELECT antes y despues de cada operacion.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E293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Evidencias que deben entregar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17600"/>
            <a:ext cx="1016000" cy="0"/>
          </a:xfrm>
          <a:prstGeom prst="straightConnector1">
            <a:avLst/>
          </a:prstGeom>
          <a:noFill/>
          <a:ln w="381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Text 2"/>
          <p:cNvSpPr/>
          <p:nvPr/>
        </p:nvSpPr>
        <p:spPr>
          <a:xfrm>
            <a:off x="762000" y="139700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Entrega un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documento PDF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 las siguientes secciones: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147320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066800" y="2413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122396" y="234633"/>
                </a:moveTo>
                <a:cubicBezTo>
                  <a:pt x="129223" y="226616"/>
                  <a:pt x="128349" y="214630"/>
                  <a:pt x="120333" y="207804"/>
                </a:cubicBezTo>
                <a:cubicBezTo>
                  <a:pt x="112316" y="200978"/>
                  <a:pt x="100330" y="201851"/>
                  <a:pt x="93504" y="209868"/>
                </a:cubicBezTo>
                <a:lnTo>
                  <a:pt x="55404" y="254318"/>
                </a:lnTo>
                <a:cubicBezTo>
                  <a:pt x="49292" y="261461"/>
                  <a:pt x="49292" y="271939"/>
                  <a:pt x="55404" y="279083"/>
                </a:cubicBezTo>
                <a:lnTo>
                  <a:pt x="93504" y="323533"/>
                </a:lnTo>
                <a:cubicBezTo>
                  <a:pt x="100330" y="331549"/>
                  <a:pt x="112395" y="332423"/>
                  <a:pt x="120333" y="325596"/>
                </a:cubicBezTo>
                <a:cubicBezTo>
                  <a:pt x="128270" y="318770"/>
                  <a:pt x="129223" y="306705"/>
                  <a:pt x="122396" y="298768"/>
                </a:cubicBezTo>
                <a:lnTo>
                  <a:pt x="94932" y="266700"/>
                </a:lnTo>
                <a:lnTo>
                  <a:pt x="122396" y="234633"/>
                </a:lnTo>
                <a:close/>
                <a:moveTo>
                  <a:pt x="211296" y="209868"/>
                </a:moveTo>
                <a:cubicBezTo>
                  <a:pt x="204470" y="201851"/>
                  <a:pt x="192405" y="200978"/>
                  <a:pt x="184467" y="207804"/>
                </a:cubicBezTo>
                <a:cubicBezTo>
                  <a:pt x="176530" y="214630"/>
                  <a:pt x="175577" y="226695"/>
                  <a:pt x="182404" y="234633"/>
                </a:cubicBezTo>
                <a:lnTo>
                  <a:pt x="209868" y="266700"/>
                </a:lnTo>
                <a:lnTo>
                  <a:pt x="182404" y="298768"/>
                </a:lnTo>
                <a:cubicBezTo>
                  <a:pt x="175577" y="306784"/>
                  <a:pt x="176451" y="318770"/>
                  <a:pt x="184467" y="325596"/>
                </a:cubicBezTo>
                <a:cubicBezTo>
                  <a:pt x="192484" y="332423"/>
                  <a:pt x="204470" y="331549"/>
                  <a:pt x="211296" y="323532"/>
                </a:cubicBezTo>
                <a:lnTo>
                  <a:pt x="249396" y="279083"/>
                </a:lnTo>
                <a:cubicBezTo>
                  <a:pt x="255508" y="271939"/>
                  <a:pt x="255508" y="261461"/>
                  <a:pt x="249396" y="254317"/>
                </a:cubicBezTo>
                <a:lnTo>
                  <a:pt x="211296" y="209868"/>
                </a:ln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1651000" y="2260600"/>
            <a:ext cx="13589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Script SQL completo (.sql)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DDL (CREATE TABLE) + DML (INSERT, UPDATE, DELETE) + COMMIT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556000"/>
            <a:ext cx="147320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1016000" y="381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8348" y="51435"/>
                </a:moveTo>
                <a:lnTo>
                  <a:pt x="110093" y="76200"/>
                </a:lnTo>
                <a:lnTo>
                  <a:pt x="50800" y="76200"/>
                </a:lnTo>
                <a:cubicBezTo>
                  <a:pt x="22781" y="76200"/>
                  <a:pt x="0" y="98981"/>
                  <a:pt x="0" y="1270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55600" y="381000"/>
                </a:lnTo>
                <a:cubicBezTo>
                  <a:pt x="383619" y="381000"/>
                  <a:pt x="406400" y="358219"/>
                  <a:pt x="406400" y="330200"/>
                </a:cubicBezTo>
                <a:lnTo>
                  <a:pt x="406400" y="127000"/>
                </a:lnTo>
                <a:cubicBezTo>
                  <a:pt x="406400" y="98981"/>
                  <a:pt x="383619" y="76200"/>
                  <a:pt x="355600" y="76200"/>
                </a:cubicBezTo>
                <a:lnTo>
                  <a:pt x="296307" y="76200"/>
                </a:lnTo>
                <a:lnTo>
                  <a:pt x="288052" y="51435"/>
                </a:lnTo>
                <a:cubicBezTo>
                  <a:pt x="282892" y="35878"/>
                  <a:pt x="268367" y="25400"/>
                  <a:pt x="251936" y="25400"/>
                </a:cubicBezTo>
                <a:lnTo>
                  <a:pt x="154464" y="25400"/>
                </a:lnTo>
                <a:cubicBezTo>
                  <a:pt x="138033" y="25400"/>
                  <a:pt x="123507" y="35878"/>
                  <a:pt x="118348" y="51435"/>
                </a:cubicBezTo>
                <a:close/>
                <a:moveTo>
                  <a:pt x="203200" y="152400"/>
                </a:moveTo>
                <a:cubicBezTo>
                  <a:pt x="245256" y="152400"/>
                  <a:pt x="279400" y="186544"/>
                  <a:pt x="279400" y="228600"/>
                </a:cubicBezTo>
                <a:cubicBezTo>
                  <a:pt x="279400" y="270656"/>
                  <a:pt x="245256" y="304800"/>
                  <a:pt x="203200" y="304800"/>
                </a:cubicBezTo>
                <a:cubicBezTo>
                  <a:pt x="161144" y="304800"/>
                  <a:pt x="127000" y="270656"/>
                  <a:pt x="127000" y="228600"/>
                </a:cubicBezTo>
                <a:cubicBezTo>
                  <a:pt x="127000" y="186544"/>
                  <a:pt x="161144" y="152400"/>
                  <a:pt x="203200" y="152400"/>
                </a:cubicBez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1651000" y="3657600"/>
            <a:ext cx="13589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Capturas de pantalla (4 minimo)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Tablas creadas | Datos insertados | Error generado | Correccion aplicada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953000"/>
            <a:ext cx="147320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6800" y="5207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0" y="50800"/>
                </a:moveTo>
                <a:cubicBezTo>
                  <a:pt x="0" y="22781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5318"/>
                  <a:pt x="205423" y="14843"/>
                </a:cubicBezTo>
                <a:lnTo>
                  <a:pt x="289957" y="99457"/>
                </a:lnTo>
                <a:cubicBezTo>
                  <a:pt x="299482" y="108982"/>
                  <a:pt x="304800" y="121920"/>
                  <a:pt x="304800" y="135414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50800"/>
                </a:lnTo>
                <a:close/>
                <a:moveTo>
                  <a:pt x="165100" y="46434"/>
                </a:moveTo>
                <a:lnTo>
                  <a:pt x="165100" y="120650"/>
                </a:lnTo>
                <a:cubicBezTo>
                  <a:pt x="165100" y="131207"/>
                  <a:pt x="173593" y="139700"/>
                  <a:pt x="184150" y="139700"/>
                </a:cubicBezTo>
                <a:lnTo>
                  <a:pt x="258366" y="139700"/>
                </a:lnTo>
                <a:lnTo>
                  <a:pt x="165100" y="46434"/>
                </a:lnTo>
                <a:close/>
                <a:moveTo>
                  <a:pt x="95250" y="203200"/>
                </a:moveTo>
                <a:cubicBezTo>
                  <a:pt x="84693" y="203200"/>
                  <a:pt x="76200" y="211693"/>
                  <a:pt x="76200" y="222250"/>
                </a:cubicBezTo>
                <a:cubicBezTo>
                  <a:pt x="76200" y="232807"/>
                  <a:pt x="84693" y="241300"/>
                  <a:pt x="95250" y="241300"/>
                </a:cubicBezTo>
                <a:lnTo>
                  <a:pt x="209550" y="241300"/>
                </a:lnTo>
                <a:cubicBezTo>
                  <a:pt x="220107" y="241300"/>
                  <a:pt x="228600" y="232807"/>
                  <a:pt x="228600" y="222250"/>
                </a:cubicBezTo>
                <a:cubicBezTo>
                  <a:pt x="228600" y="211693"/>
                  <a:pt x="220107" y="203200"/>
                  <a:pt x="209550" y="203200"/>
                </a:cubicBezTo>
                <a:lnTo>
                  <a:pt x="95250" y="203200"/>
                </a:lnTo>
                <a:close/>
                <a:moveTo>
                  <a:pt x="95250" y="279400"/>
                </a:moveTo>
                <a:cubicBezTo>
                  <a:pt x="84693" y="279400"/>
                  <a:pt x="76200" y="287893"/>
                  <a:pt x="76200" y="298450"/>
                </a:cubicBezTo>
                <a:cubicBezTo>
                  <a:pt x="76200" y="309007"/>
                  <a:pt x="84693" y="317500"/>
                  <a:pt x="95250" y="317500"/>
                </a:cubicBezTo>
                <a:lnTo>
                  <a:pt x="209550" y="317500"/>
                </a:lnTo>
                <a:cubicBezTo>
                  <a:pt x="220107" y="317500"/>
                  <a:pt x="228600" y="309007"/>
                  <a:pt x="228600" y="298450"/>
                </a:cubicBezTo>
                <a:cubicBezTo>
                  <a:pt x="228600" y="287893"/>
                  <a:pt x="220107" y="279400"/>
                  <a:pt x="209550" y="279400"/>
                </a:cubicBezTo>
                <a:lnTo>
                  <a:pt x="95250" y="279400"/>
                </a:ln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3" name="Text 11"/>
          <p:cNvSpPr/>
          <p:nvPr/>
        </p:nvSpPr>
        <p:spPr>
          <a:xfrm>
            <a:off x="1651000" y="5054600"/>
            <a:ext cx="13589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Analisis del error (1 parrafo)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Explica que error ocurrio, por que y como lo corregiste. Cita el codigo ORA.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350000"/>
            <a:ext cx="14732000" cy="1143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1041400" y="6604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03200" y="127000"/>
                </a:moveTo>
                <a:lnTo>
                  <a:pt x="203200" y="203200"/>
                </a:lnTo>
                <a:lnTo>
                  <a:pt x="304800" y="203200"/>
                </a:lnTo>
                <a:lnTo>
                  <a:pt x="304800" y="127000"/>
                </a:lnTo>
                <a:lnTo>
                  <a:pt x="203200" y="127000"/>
                </a:lnTo>
                <a:close/>
                <a:moveTo>
                  <a:pt x="152400" y="127000"/>
                </a:moveTo>
                <a:lnTo>
                  <a:pt x="50800" y="127000"/>
                </a:lnTo>
                <a:lnTo>
                  <a:pt x="50800" y="203200"/>
                </a:lnTo>
                <a:lnTo>
                  <a:pt x="152400" y="203200"/>
                </a:lnTo>
                <a:lnTo>
                  <a:pt x="152400" y="127000"/>
                </a:lnTo>
                <a:close/>
                <a:moveTo>
                  <a:pt x="0" y="254000"/>
                </a:moveTo>
                <a:lnTo>
                  <a:pt x="0" y="76200"/>
                </a:lnTo>
                <a:cubicBezTo>
                  <a:pt x="0" y="48181"/>
                  <a:pt x="22781" y="25400"/>
                  <a:pt x="50800" y="25400"/>
                </a:cubicBezTo>
                <a:lnTo>
                  <a:pt x="304800" y="25400"/>
                </a:lnTo>
                <a:cubicBezTo>
                  <a:pt x="332819" y="25400"/>
                  <a:pt x="355600" y="48181"/>
                  <a:pt x="355600" y="76200"/>
                </a:cubicBez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254000"/>
                </a:lnTo>
                <a:close/>
                <a:moveTo>
                  <a:pt x="304800" y="254000"/>
                </a:moveTo>
                <a:lnTo>
                  <a:pt x="203200" y="254000"/>
                </a:lnTo>
                <a:lnTo>
                  <a:pt x="203200" y="330200"/>
                </a:lnTo>
                <a:lnTo>
                  <a:pt x="304800" y="330200"/>
                </a:lnTo>
                <a:lnTo>
                  <a:pt x="304800" y="254000"/>
                </a:lnTo>
                <a:close/>
                <a:moveTo>
                  <a:pt x="152400" y="330200"/>
                </a:moveTo>
                <a:lnTo>
                  <a:pt x="152400" y="254000"/>
                </a:lnTo>
                <a:lnTo>
                  <a:pt x="50800" y="254000"/>
                </a:lnTo>
                <a:lnTo>
                  <a:pt x="50800" y="330200"/>
                </a:lnTo>
                <a:lnTo>
                  <a:pt x="152400" y="330200"/>
                </a:ln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1651000" y="6451600"/>
            <a:ext cx="13589000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SELECT final de verificacion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BD5E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Muestra el estado final de ambas tablas con JOIN para validar integridad.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7874000"/>
            <a:ext cx="14732000" cy="6350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6000" y="802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7874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Fecha limite de entrega: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proxima sesion de laboratorio |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Formato: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92400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PDF con portada institutional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/ 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8000" y="20320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6858000" y="2921000"/>
            <a:ext cx="2540000" cy="0"/>
          </a:xfrm>
          <a:prstGeom prst="straightConnector1">
            <a:avLst/>
          </a:prstGeom>
          <a:noFill/>
          <a:ln w="25400">
            <a:solidFill>
              <a:srgbClr val="EA580C"/>
            </a:solidFill>
            <a:prstDash val="solid"/>
            <a:headEnd type="none"/>
            <a:tailEnd type="none"/>
          </a:ln>
        </p:spPr>
      </p:sp>
      <p:sp>
        <p:nvSpPr>
          <p:cNvPr id="4" name="Shape 2"/>
          <p:cNvSpPr/>
          <p:nvPr/>
        </p:nvSpPr>
        <p:spPr>
          <a:xfrm>
            <a:off x="2057400" y="3556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355600" y="163354"/>
                </a:moveTo>
                <a:cubicBezTo>
                  <a:pt x="343853" y="171133"/>
                  <a:pt x="330359" y="177403"/>
                  <a:pt x="316309" y="182404"/>
                </a:cubicBezTo>
                <a:cubicBezTo>
                  <a:pt x="279003" y="195739"/>
                  <a:pt x="230029" y="203200"/>
                  <a:pt x="177800" y="203200"/>
                </a:cubicBezTo>
                <a:cubicBezTo>
                  <a:pt x="125571" y="203200"/>
                  <a:pt x="76518" y="195659"/>
                  <a:pt x="39291" y="182404"/>
                </a:cubicBezTo>
                <a:cubicBezTo>
                  <a:pt x="25321" y="177403"/>
                  <a:pt x="11747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79613" y="292100"/>
                  <a:pt x="177800" y="292100"/>
                </a:cubicBezTo>
                <a:cubicBezTo>
                  <a:pt x="275987" y="292100"/>
                  <a:pt x="355600" y="263684"/>
                  <a:pt x="355600" y="228600"/>
                </a:cubicBezTo>
                <a:lnTo>
                  <a:pt x="355600" y="163354"/>
                </a:lnTo>
                <a:close/>
                <a:moveTo>
                  <a:pt x="355600" y="101600"/>
                </a:moveTo>
                <a:lnTo>
                  <a:pt x="355600" y="63500"/>
                </a:lnTo>
                <a:cubicBezTo>
                  <a:pt x="355600" y="28416"/>
                  <a:pt x="275987" y="0"/>
                  <a:pt x="177800" y="0"/>
                </a:cubicBezTo>
                <a:cubicBezTo>
                  <a:pt x="79613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79613" y="165100"/>
                  <a:pt x="177800" y="165100"/>
                </a:cubicBezTo>
                <a:cubicBezTo>
                  <a:pt x="275987" y="165100"/>
                  <a:pt x="355600" y="136684"/>
                  <a:pt x="355600" y="101600"/>
                </a:cubicBezTo>
                <a:close/>
                <a:moveTo>
                  <a:pt x="316309" y="309404"/>
                </a:moveTo>
                <a:cubicBezTo>
                  <a:pt x="279083" y="322659"/>
                  <a:pt x="230108" y="330200"/>
                  <a:pt x="177800" y="330200"/>
                </a:cubicBezTo>
                <a:cubicBezTo>
                  <a:pt x="125492" y="330200"/>
                  <a:pt x="76518" y="322659"/>
                  <a:pt x="39291" y="309404"/>
                </a:cubicBezTo>
                <a:cubicBezTo>
                  <a:pt x="25321" y="304403"/>
                  <a:pt x="11747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79613" y="406400"/>
                  <a:pt x="177800" y="406400"/>
                </a:cubicBezTo>
                <a:cubicBezTo>
                  <a:pt x="275987" y="406400"/>
                  <a:pt x="355600" y="377984"/>
                  <a:pt x="355600" y="342900"/>
                </a:cubicBezTo>
                <a:lnTo>
                  <a:pt x="355600" y="290354"/>
                </a:lnTo>
                <a:cubicBezTo>
                  <a:pt x="343853" y="298133"/>
                  <a:pt x="330359" y="304403"/>
                  <a:pt x="316309" y="309404"/>
                </a:cubicBez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2667000" y="3429000"/>
            <a:ext cx="1155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DML (INSERT, UPDATE, DELETE) es el nucleo de la manipulacion de datos en Oracle SQL.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32000" y="431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2667000" y="4191000"/>
            <a:ext cx="1155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Las restricciones de integridad (PK, FK, NOT NULL, CHECK) protegen la calidad de la informacion.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32000" y="5080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6200" y="25400"/>
                </a:moveTo>
                <a:cubicBezTo>
                  <a:pt x="62151" y="25400"/>
                  <a:pt x="50800" y="36751"/>
                  <a:pt x="50800" y="50800"/>
                </a:cubicBezTo>
                <a:cubicBezTo>
                  <a:pt x="50800" y="64849"/>
                  <a:pt x="62151" y="76200"/>
                  <a:pt x="76200" y="76200"/>
                </a:cubicBezTo>
                <a:lnTo>
                  <a:pt x="91043" y="76200"/>
                </a:lnTo>
                <a:lnTo>
                  <a:pt x="7461" y="159861"/>
                </a:lnTo>
                <a:cubicBezTo>
                  <a:pt x="-2461" y="169783"/>
                  <a:pt x="-2461" y="185896"/>
                  <a:pt x="7461" y="195818"/>
                </a:cubicBezTo>
                <a:cubicBezTo>
                  <a:pt x="17383" y="205740"/>
                  <a:pt x="33496" y="205740"/>
                  <a:pt x="43418" y="195818"/>
                </a:cubicBezTo>
                <a:lnTo>
                  <a:pt x="127000" y="112157"/>
                </a:lnTo>
                <a:lnTo>
                  <a:pt x="127000" y="127000"/>
                </a:lnTo>
                <a:cubicBezTo>
                  <a:pt x="127000" y="141049"/>
                  <a:pt x="138351" y="152400"/>
                  <a:pt x="152400" y="152400"/>
                </a:cubicBezTo>
                <a:cubicBezTo>
                  <a:pt x="166449" y="152400"/>
                  <a:pt x="177800" y="141049"/>
                  <a:pt x="177800" y="127000"/>
                </a:cubicBezTo>
                <a:lnTo>
                  <a:pt x="177800" y="50800"/>
                </a:lnTo>
                <a:cubicBezTo>
                  <a:pt x="177800" y="36751"/>
                  <a:pt x="166449" y="25400"/>
                  <a:pt x="152400" y="25400"/>
                </a:cubicBezTo>
                <a:lnTo>
                  <a:pt x="76200" y="25400"/>
                </a:lnTo>
                <a:close/>
                <a:moveTo>
                  <a:pt x="320516" y="55642"/>
                </a:moveTo>
                <a:cubicBezTo>
                  <a:pt x="320516" y="66446"/>
                  <a:pt x="326280" y="76430"/>
                  <a:pt x="335637" y="81832"/>
                </a:cubicBezTo>
                <a:cubicBezTo>
                  <a:pt x="344994" y="87234"/>
                  <a:pt x="356522" y="87234"/>
                  <a:pt x="365879" y="81832"/>
                </a:cubicBezTo>
                <a:cubicBezTo>
                  <a:pt x="375236" y="76430"/>
                  <a:pt x="381000" y="66446"/>
                  <a:pt x="381000" y="55642"/>
                </a:cubicBezTo>
                <a:cubicBezTo>
                  <a:pt x="381000" y="44837"/>
                  <a:pt x="375236" y="34854"/>
                  <a:pt x="365879" y="29452"/>
                </a:cubicBezTo>
                <a:cubicBezTo>
                  <a:pt x="356522" y="24049"/>
                  <a:pt x="344994" y="24049"/>
                  <a:pt x="335637" y="29452"/>
                </a:cubicBezTo>
                <a:cubicBezTo>
                  <a:pt x="326280" y="34854"/>
                  <a:pt x="320516" y="44837"/>
                  <a:pt x="320516" y="55642"/>
                </a:cubicBezTo>
                <a:close/>
                <a:moveTo>
                  <a:pt x="222012" y="154146"/>
                </a:moveTo>
                <a:cubicBezTo>
                  <a:pt x="222012" y="164951"/>
                  <a:pt x="227776" y="174934"/>
                  <a:pt x="237133" y="180336"/>
                </a:cubicBezTo>
                <a:cubicBezTo>
                  <a:pt x="246490" y="185739"/>
                  <a:pt x="258018" y="185739"/>
                  <a:pt x="267375" y="180336"/>
                </a:cubicBezTo>
                <a:cubicBezTo>
                  <a:pt x="276732" y="174934"/>
                  <a:pt x="282496" y="164951"/>
                  <a:pt x="282496" y="154146"/>
                </a:cubicBezTo>
                <a:cubicBezTo>
                  <a:pt x="282496" y="143342"/>
                  <a:pt x="276732" y="133358"/>
                  <a:pt x="267375" y="127956"/>
                </a:cubicBezTo>
                <a:cubicBezTo>
                  <a:pt x="258018" y="122554"/>
                  <a:pt x="246490" y="122554"/>
                  <a:pt x="237133" y="127956"/>
                </a:cubicBezTo>
                <a:cubicBezTo>
                  <a:pt x="227776" y="133358"/>
                  <a:pt x="222012" y="143342"/>
                  <a:pt x="222012" y="154146"/>
                </a:cubicBezTo>
                <a:close/>
                <a:moveTo>
                  <a:pt x="350758" y="123904"/>
                </a:moveTo>
                <a:cubicBezTo>
                  <a:pt x="334067" y="123904"/>
                  <a:pt x="320516" y="137455"/>
                  <a:pt x="320516" y="154146"/>
                </a:cubicBezTo>
                <a:cubicBezTo>
                  <a:pt x="320516" y="170837"/>
                  <a:pt x="334067" y="184388"/>
                  <a:pt x="350758" y="184388"/>
                </a:cubicBezTo>
                <a:cubicBezTo>
                  <a:pt x="361563" y="184388"/>
                  <a:pt x="371546" y="178624"/>
                  <a:pt x="376948" y="169267"/>
                </a:cubicBezTo>
                <a:cubicBezTo>
                  <a:pt x="382351" y="159910"/>
                  <a:pt x="382351" y="148382"/>
                  <a:pt x="376948" y="139025"/>
                </a:cubicBezTo>
                <a:cubicBezTo>
                  <a:pt x="371546" y="129668"/>
                  <a:pt x="361563" y="123904"/>
                  <a:pt x="350758" y="123904"/>
                </a:cubicBezTo>
                <a:close/>
                <a:moveTo>
                  <a:pt x="123984" y="252254"/>
                </a:moveTo>
                <a:cubicBezTo>
                  <a:pt x="123984" y="263058"/>
                  <a:pt x="129748" y="273042"/>
                  <a:pt x="139105" y="278444"/>
                </a:cubicBezTo>
                <a:cubicBezTo>
                  <a:pt x="148462" y="283846"/>
                  <a:pt x="159990" y="283846"/>
                  <a:pt x="169347" y="278444"/>
                </a:cubicBezTo>
                <a:cubicBezTo>
                  <a:pt x="178703" y="273042"/>
                  <a:pt x="184468" y="263058"/>
                  <a:pt x="184467" y="252254"/>
                </a:cubicBezTo>
                <a:cubicBezTo>
                  <a:pt x="184468" y="241449"/>
                  <a:pt x="178703" y="231466"/>
                  <a:pt x="169347" y="226064"/>
                </a:cubicBezTo>
                <a:cubicBezTo>
                  <a:pt x="159990" y="220661"/>
                  <a:pt x="148462" y="220661"/>
                  <a:pt x="139105" y="226064"/>
                </a:cubicBezTo>
                <a:cubicBezTo>
                  <a:pt x="129748" y="231466"/>
                  <a:pt x="123984" y="241449"/>
                  <a:pt x="123984" y="252254"/>
                </a:cubicBezTo>
                <a:close/>
                <a:moveTo>
                  <a:pt x="252254" y="222012"/>
                </a:moveTo>
                <a:cubicBezTo>
                  <a:pt x="241449" y="222012"/>
                  <a:pt x="231466" y="227776"/>
                  <a:pt x="226064" y="237133"/>
                </a:cubicBezTo>
                <a:cubicBezTo>
                  <a:pt x="220661" y="246490"/>
                  <a:pt x="220661" y="258018"/>
                  <a:pt x="226064" y="267375"/>
                </a:cubicBezTo>
                <a:cubicBezTo>
                  <a:pt x="231466" y="276732"/>
                  <a:pt x="241449" y="282496"/>
                  <a:pt x="252254" y="282496"/>
                </a:cubicBezTo>
                <a:cubicBezTo>
                  <a:pt x="263058" y="282496"/>
                  <a:pt x="273042" y="276732"/>
                  <a:pt x="278444" y="267375"/>
                </a:cubicBezTo>
                <a:cubicBezTo>
                  <a:pt x="283846" y="258018"/>
                  <a:pt x="283846" y="246490"/>
                  <a:pt x="278444" y="237133"/>
                </a:cubicBezTo>
                <a:cubicBezTo>
                  <a:pt x="273042" y="227776"/>
                  <a:pt x="263058" y="222012"/>
                  <a:pt x="252254" y="222012"/>
                </a:cubicBezTo>
                <a:close/>
                <a:moveTo>
                  <a:pt x="320596" y="252254"/>
                </a:moveTo>
                <a:cubicBezTo>
                  <a:pt x="320596" y="263058"/>
                  <a:pt x="326360" y="273042"/>
                  <a:pt x="335717" y="278444"/>
                </a:cubicBezTo>
                <a:cubicBezTo>
                  <a:pt x="345073" y="283846"/>
                  <a:pt x="356602" y="283846"/>
                  <a:pt x="365958" y="278444"/>
                </a:cubicBezTo>
                <a:cubicBezTo>
                  <a:pt x="375315" y="273042"/>
                  <a:pt x="381079" y="263058"/>
                  <a:pt x="381079" y="252254"/>
                </a:cubicBezTo>
                <a:cubicBezTo>
                  <a:pt x="381079" y="235563"/>
                  <a:pt x="367528" y="222012"/>
                  <a:pt x="350838" y="222012"/>
                </a:cubicBezTo>
                <a:cubicBezTo>
                  <a:pt x="334147" y="222012"/>
                  <a:pt x="320596" y="235563"/>
                  <a:pt x="320596" y="252254"/>
                </a:cubicBezTo>
                <a:close/>
                <a:moveTo>
                  <a:pt x="55642" y="320516"/>
                </a:moveTo>
                <a:cubicBezTo>
                  <a:pt x="44837" y="320516"/>
                  <a:pt x="34854" y="326280"/>
                  <a:pt x="29452" y="335637"/>
                </a:cubicBezTo>
                <a:cubicBezTo>
                  <a:pt x="24049" y="344994"/>
                  <a:pt x="24049" y="356522"/>
                  <a:pt x="29452" y="365879"/>
                </a:cubicBezTo>
                <a:cubicBezTo>
                  <a:pt x="34854" y="375236"/>
                  <a:pt x="44837" y="381000"/>
                  <a:pt x="55642" y="381000"/>
                </a:cubicBezTo>
                <a:cubicBezTo>
                  <a:pt x="66446" y="381000"/>
                  <a:pt x="76430" y="375236"/>
                  <a:pt x="81832" y="365879"/>
                </a:cubicBezTo>
                <a:cubicBezTo>
                  <a:pt x="87234" y="356522"/>
                  <a:pt x="87234" y="344994"/>
                  <a:pt x="81832" y="335637"/>
                </a:cubicBezTo>
                <a:cubicBezTo>
                  <a:pt x="76430" y="326280"/>
                  <a:pt x="66446" y="320516"/>
                  <a:pt x="55642" y="320516"/>
                </a:cubicBezTo>
                <a:close/>
                <a:moveTo>
                  <a:pt x="123984" y="350758"/>
                </a:moveTo>
                <a:cubicBezTo>
                  <a:pt x="123984" y="361563"/>
                  <a:pt x="129748" y="371546"/>
                  <a:pt x="139105" y="376948"/>
                </a:cubicBezTo>
                <a:cubicBezTo>
                  <a:pt x="148462" y="382351"/>
                  <a:pt x="159990" y="382351"/>
                  <a:pt x="169347" y="376948"/>
                </a:cubicBezTo>
                <a:cubicBezTo>
                  <a:pt x="178703" y="371546"/>
                  <a:pt x="184468" y="361563"/>
                  <a:pt x="184467" y="350758"/>
                </a:cubicBezTo>
                <a:cubicBezTo>
                  <a:pt x="184468" y="339954"/>
                  <a:pt x="178703" y="329970"/>
                  <a:pt x="169347" y="324568"/>
                </a:cubicBezTo>
                <a:cubicBezTo>
                  <a:pt x="159990" y="319166"/>
                  <a:pt x="148462" y="319166"/>
                  <a:pt x="139105" y="324568"/>
                </a:cubicBezTo>
                <a:cubicBezTo>
                  <a:pt x="129748" y="329970"/>
                  <a:pt x="123984" y="339954"/>
                  <a:pt x="123984" y="350758"/>
                </a:cubicBezTo>
                <a:close/>
                <a:moveTo>
                  <a:pt x="252254" y="320516"/>
                </a:moveTo>
                <a:cubicBezTo>
                  <a:pt x="241449" y="320516"/>
                  <a:pt x="231466" y="326280"/>
                  <a:pt x="226064" y="335637"/>
                </a:cubicBezTo>
                <a:cubicBezTo>
                  <a:pt x="220661" y="344994"/>
                  <a:pt x="220661" y="356522"/>
                  <a:pt x="226064" y="365879"/>
                </a:cubicBezTo>
                <a:cubicBezTo>
                  <a:pt x="231466" y="375236"/>
                  <a:pt x="241449" y="381000"/>
                  <a:pt x="252254" y="381000"/>
                </a:cubicBezTo>
                <a:cubicBezTo>
                  <a:pt x="263058" y="381000"/>
                  <a:pt x="273042" y="375236"/>
                  <a:pt x="278444" y="365879"/>
                </a:cubicBezTo>
                <a:cubicBezTo>
                  <a:pt x="283846" y="356522"/>
                  <a:pt x="283846" y="344994"/>
                  <a:pt x="278444" y="335637"/>
                </a:cubicBezTo>
                <a:cubicBezTo>
                  <a:pt x="273042" y="326280"/>
                  <a:pt x="263058" y="320516"/>
                  <a:pt x="252254" y="320516"/>
                </a:cubicBezTo>
                <a:close/>
                <a:moveTo>
                  <a:pt x="320596" y="350758"/>
                </a:moveTo>
                <a:cubicBezTo>
                  <a:pt x="320596" y="361563"/>
                  <a:pt x="326360" y="371546"/>
                  <a:pt x="335717" y="376948"/>
                </a:cubicBezTo>
                <a:cubicBezTo>
                  <a:pt x="345073" y="382351"/>
                  <a:pt x="356602" y="382351"/>
                  <a:pt x="365958" y="376948"/>
                </a:cubicBezTo>
                <a:cubicBezTo>
                  <a:pt x="375315" y="371546"/>
                  <a:pt x="381079" y="361563"/>
                  <a:pt x="381079" y="350758"/>
                </a:cubicBezTo>
                <a:cubicBezTo>
                  <a:pt x="381079" y="334067"/>
                  <a:pt x="367528" y="320516"/>
                  <a:pt x="350838" y="320516"/>
                </a:cubicBezTo>
                <a:cubicBezTo>
                  <a:pt x="334147" y="320516"/>
                  <a:pt x="320596" y="334067"/>
                  <a:pt x="320596" y="350758"/>
                </a:cubicBez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2667000" y="4953000"/>
            <a:ext cx="1155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 orden de carga inicial es critico: siempre padres primero, hijos despues.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006600" y="5842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52400" y="76200"/>
                </a:moveTo>
                <a:cubicBezTo>
                  <a:pt x="152400" y="34131"/>
                  <a:pt x="186531" y="0"/>
                  <a:pt x="228600" y="0"/>
                </a:cubicBezTo>
                <a:cubicBezTo>
                  <a:pt x="270669" y="0"/>
                  <a:pt x="304800" y="34131"/>
                  <a:pt x="304800" y="76200"/>
                </a:cubicBezTo>
                <a:lnTo>
                  <a:pt x="304800" y="79058"/>
                </a:lnTo>
                <a:cubicBezTo>
                  <a:pt x="304800" y="91519"/>
                  <a:pt x="294719" y="101600"/>
                  <a:pt x="282258" y="101600"/>
                </a:cubicBezTo>
                <a:lnTo>
                  <a:pt x="175022" y="101600"/>
                </a:lnTo>
                <a:cubicBezTo>
                  <a:pt x="162560" y="101600"/>
                  <a:pt x="152479" y="91519"/>
                  <a:pt x="152479" y="79058"/>
                </a:cubicBezTo>
                <a:lnTo>
                  <a:pt x="152479" y="76200"/>
                </a:lnTo>
                <a:close/>
                <a:moveTo>
                  <a:pt x="426720" y="86360"/>
                </a:moveTo>
                <a:cubicBezTo>
                  <a:pt x="435134" y="97552"/>
                  <a:pt x="432832" y="113506"/>
                  <a:pt x="421640" y="121920"/>
                </a:cubicBezTo>
                <a:lnTo>
                  <a:pt x="344011" y="180102"/>
                </a:lnTo>
                <a:cubicBezTo>
                  <a:pt x="348218" y="187166"/>
                  <a:pt x="351393" y="194945"/>
                  <a:pt x="353378" y="203200"/>
                </a:cubicBezTo>
                <a:lnTo>
                  <a:pt x="431800" y="203200"/>
                </a:lnTo>
                <a:cubicBezTo>
                  <a:pt x="445849" y="203200"/>
                  <a:pt x="457200" y="214551"/>
                  <a:pt x="457200" y="228600"/>
                </a:cubicBezTo>
                <a:cubicBezTo>
                  <a:pt x="457200" y="242649"/>
                  <a:pt x="445849" y="254000"/>
                  <a:pt x="431800" y="254000"/>
                </a:cubicBezTo>
                <a:lnTo>
                  <a:pt x="355600" y="254000"/>
                </a:lnTo>
                <a:lnTo>
                  <a:pt x="355600" y="279400"/>
                </a:lnTo>
                <a:cubicBezTo>
                  <a:pt x="355600" y="281464"/>
                  <a:pt x="355521" y="283607"/>
                  <a:pt x="355441" y="285671"/>
                </a:cubicBezTo>
                <a:lnTo>
                  <a:pt x="421640" y="335280"/>
                </a:lnTo>
                <a:cubicBezTo>
                  <a:pt x="432832" y="343694"/>
                  <a:pt x="435134" y="359648"/>
                  <a:pt x="426720" y="370840"/>
                </a:cubicBezTo>
                <a:cubicBezTo>
                  <a:pt x="418306" y="382032"/>
                  <a:pt x="402352" y="384334"/>
                  <a:pt x="391160" y="375920"/>
                </a:cubicBezTo>
                <a:lnTo>
                  <a:pt x="341074" y="338376"/>
                </a:lnTo>
                <a:cubicBezTo>
                  <a:pt x="322659" y="373459"/>
                  <a:pt x="288290" y="398859"/>
                  <a:pt x="247650" y="404971"/>
                </a:cubicBezTo>
                <a:lnTo>
                  <a:pt x="247650" y="222250"/>
                </a:lnTo>
                <a:cubicBezTo>
                  <a:pt x="247650" y="211693"/>
                  <a:pt x="239157" y="203200"/>
                  <a:pt x="228600" y="203200"/>
                </a:cubicBezTo>
                <a:cubicBezTo>
                  <a:pt x="218043" y="203200"/>
                  <a:pt x="209550" y="211693"/>
                  <a:pt x="209550" y="222250"/>
                </a:cubicBezTo>
                <a:lnTo>
                  <a:pt x="209550" y="404971"/>
                </a:lnTo>
                <a:cubicBezTo>
                  <a:pt x="168910" y="398859"/>
                  <a:pt x="134541" y="373459"/>
                  <a:pt x="116126" y="338376"/>
                </a:cubicBezTo>
                <a:lnTo>
                  <a:pt x="66040" y="375920"/>
                </a:lnTo>
                <a:cubicBezTo>
                  <a:pt x="54848" y="384334"/>
                  <a:pt x="38894" y="382032"/>
                  <a:pt x="30480" y="370840"/>
                </a:cubicBezTo>
                <a:cubicBezTo>
                  <a:pt x="22066" y="359648"/>
                  <a:pt x="24368" y="343694"/>
                  <a:pt x="35560" y="335280"/>
                </a:cubicBezTo>
                <a:lnTo>
                  <a:pt x="101759" y="285671"/>
                </a:lnTo>
                <a:cubicBezTo>
                  <a:pt x="101679" y="283607"/>
                  <a:pt x="101600" y="281543"/>
                  <a:pt x="101600" y="279400"/>
                </a:cubicBezTo>
                <a:lnTo>
                  <a:pt x="101600" y="254000"/>
                </a:lnTo>
                <a:lnTo>
                  <a:pt x="25400" y="254000"/>
                </a:lnTo>
                <a:cubicBezTo>
                  <a:pt x="11351" y="254000"/>
                  <a:pt x="0" y="242649"/>
                  <a:pt x="0" y="228600"/>
                </a:cubicBezTo>
                <a:cubicBezTo>
                  <a:pt x="0" y="214551"/>
                  <a:pt x="11351" y="203200"/>
                  <a:pt x="25400" y="203200"/>
                </a:cubicBezTo>
                <a:lnTo>
                  <a:pt x="103823" y="203200"/>
                </a:lnTo>
                <a:cubicBezTo>
                  <a:pt x="105807" y="194945"/>
                  <a:pt x="108982" y="187166"/>
                  <a:pt x="113189" y="180102"/>
                </a:cubicBezTo>
                <a:lnTo>
                  <a:pt x="35560" y="121920"/>
                </a:lnTo>
                <a:cubicBezTo>
                  <a:pt x="24368" y="113506"/>
                  <a:pt x="22066" y="97552"/>
                  <a:pt x="30480" y="86360"/>
                </a:cubicBezTo>
                <a:cubicBezTo>
                  <a:pt x="38894" y="75168"/>
                  <a:pt x="54848" y="72866"/>
                  <a:pt x="66040" y="81280"/>
                </a:cubicBezTo>
                <a:lnTo>
                  <a:pt x="152400" y="146050"/>
                </a:lnTo>
                <a:cubicBezTo>
                  <a:pt x="162163" y="142002"/>
                  <a:pt x="172879" y="139700"/>
                  <a:pt x="184150" y="139700"/>
                </a:cubicBezTo>
                <a:lnTo>
                  <a:pt x="273050" y="139700"/>
                </a:lnTo>
                <a:cubicBezTo>
                  <a:pt x="284321" y="139700"/>
                  <a:pt x="295037" y="141923"/>
                  <a:pt x="304800" y="146050"/>
                </a:cubicBezTo>
                <a:lnTo>
                  <a:pt x="391160" y="81280"/>
                </a:lnTo>
                <a:cubicBezTo>
                  <a:pt x="402352" y="72866"/>
                  <a:pt x="418306" y="75168"/>
                  <a:pt x="426720" y="86360"/>
                </a:cubicBezTo>
                <a:close/>
              </a:path>
            </a:pathLst>
          </a:cu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2667000" y="5715000"/>
            <a:ext cx="1155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Diagnosticar errores ORA y aplicar buenas practicas (WHERE, COMMIT, validacion) es esencial.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48000" y="711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EA580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¿Preguntas?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18000" y="7747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4A3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Bases de Datos | Oracle SQL | 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DML en Oracle SQL: INSERT, UPDATE, DELETE y Manejo de Errores</dc:title>
  <dc:subject>DML en Oracle SQL: INSERT, UPDATE, DELETE y Manejo de Errores</dc:subject>
  <dc:creator>Kimi</dc:creator>
  <cp:lastModifiedBy>Kimi</cp:lastModifiedBy>
  <cp:revision>1</cp:revision>
  <dcterms:created xsi:type="dcterms:W3CDTF">2026-04-28T22:27:32Z</dcterms:created>
  <dcterms:modified xsi:type="dcterms:W3CDTF">2026-04-28T22:27:32Z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{"Label":"DML en Oracle SQL: INSERT, UPDATE, DELETE y Manejo de Errores","ContentProducer":"001191110108MACG2KBH8F10000","ProduceID":"19dd62c4-f902-8353-8000-0000f90ebd50","ReservedCode1":"","ContentPropagator":"001191110108MACG2KBH8F20000","PropagateID":"19dd62c4-f902-8353-8000-0000f90ebd50","ReservedCode2":""}</vt:lpwstr>
  </property>
</Properties>
</file>